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4"/>
  </p:notesMasterIdLst>
  <p:sldIdLst>
    <p:sldId id="256" r:id="rId2"/>
    <p:sldId id="257" r:id="rId3"/>
    <p:sldId id="259" r:id="rId4"/>
    <p:sldId id="258" r:id="rId5"/>
    <p:sldId id="261" r:id="rId6"/>
    <p:sldId id="260" r:id="rId7"/>
    <p:sldId id="262" r:id="rId8"/>
    <p:sldId id="263" r:id="rId9"/>
    <p:sldId id="264" r:id="rId10"/>
    <p:sldId id="265" r:id="rId11"/>
    <p:sldId id="266"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a sekhar sai kotipalli" userId="a8ca566d0303413a" providerId="LiveId" clId="{A8EC8184-F6D4-4A10-9861-1D37BEF7DCE9}"/>
    <pc:docChg chg="undo custSel addSld delSld modSld">
      <pc:chgData name="soma sekhar sai kotipalli" userId="a8ca566d0303413a" providerId="LiveId" clId="{A8EC8184-F6D4-4A10-9861-1D37BEF7DCE9}" dt="2024-10-19T05:49:59.612" v="1294" actId="1076"/>
      <pc:docMkLst>
        <pc:docMk/>
      </pc:docMkLst>
      <pc:sldChg chg="addSp modSp mod">
        <pc:chgData name="soma sekhar sai kotipalli" userId="a8ca566d0303413a" providerId="LiveId" clId="{A8EC8184-F6D4-4A10-9861-1D37BEF7DCE9}" dt="2024-10-19T04:47:30.807" v="625" actId="1076"/>
        <pc:sldMkLst>
          <pc:docMk/>
          <pc:sldMk cId="4034875588" sldId="256"/>
        </pc:sldMkLst>
        <pc:spChg chg="mod">
          <ac:chgData name="soma sekhar sai kotipalli" userId="a8ca566d0303413a" providerId="LiveId" clId="{A8EC8184-F6D4-4A10-9861-1D37BEF7DCE9}" dt="2024-10-18T19:48:08.521" v="622"/>
          <ac:spMkLst>
            <pc:docMk/>
            <pc:sldMk cId="4034875588" sldId="256"/>
            <ac:spMk id="2" creationId="{F4D7E375-D775-B18E-E2EF-A955B00874BE}"/>
          </ac:spMkLst>
        </pc:spChg>
        <pc:spChg chg="mod">
          <ac:chgData name="soma sekhar sai kotipalli" userId="a8ca566d0303413a" providerId="LiveId" clId="{A8EC8184-F6D4-4A10-9861-1D37BEF7DCE9}" dt="2024-10-18T19:48:08.521" v="622"/>
          <ac:spMkLst>
            <pc:docMk/>
            <pc:sldMk cId="4034875588" sldId="256"/>
            <ac:spMk id="3" creationId="{8701496E-2EA3-9C17-8412-26718CCF7C04}"/>
          </ac:spMkLst>
        </pc:spChg>
        <pc:picChg chg="add mod">
          <ac:chgData name="soma sekhar sai kotipalli" userId="a8ca566d0303413a" providerId="LiveId" clId="{A8EC8184-F6D4-4A10-9861-1D37BEF7DCE9}" dt="2024-10-19T04:47:30.807" v="625" actId="1076"/>
          <ac:picMkLst>
            <pc:docMk/>
            <pc:sldMk cId="4034875588" sldId="256"/>
            <ac:picMk id="5" creationId="{BF9DE0A5-5EE9-AF5C-E64F-3DEB7978C94E}"/>
          </ac:picMkLst>
        </pc:picChg>
      </pc:sldChg>
      <pc:sldChg chg="addSp modSp mod">
        <pc:chgData name="soma sekhar sai kotipalli" userId="a8ca566d0303413a" providerId="LiveId" clId="{A8EC8184-F6D4-4A10-9861-1D37BEF7DCE9}" dt="2024-10-19T05:01:35.091" v="696" actId="20577"/>
        <pc:sldMkLst>
          <pc:docMk/>
          <pc:sldMk cId="1703000714" sldId="257"/>
        </pc:sldMkLst>
        <pc:spChg chg="mod">
          <ac:chgData name="soma sekhar sai kotipalli" userId="a8ca566d0303413a" providerId="LiveId" clId="{A8EC8184-F6D4-4A10-9861-1D37BEF7DCE9}" dt="2024-10-19T04:53:47.932" v="682" actId="1076"/>
          <ac:spMkLst>
            <pc:docMk/>
            <pc:sldMk cId="1703000714" sldId="257"/>
            <ac:spMk id="2" creationId="{795519B3-BFFB-B756-4823-AAEDF621D33F}"/>
          </ac:spMkLst>
        </pc:spChg>
        <pc:spChg chg="mod">
          <ac:chgData name="soma sekhar sai kotipalli" userId="a8ca566d0303413a" providerId="LiveId" clId="{A8EC8184-F6D4-4A10-9861-1D37BEF7DCE9}" dt="2024-10-19T05:01:35.091" v="696" actId="20577"/>
          <ac:spMkLst>
            <pc:docMk/>
            <pc:sldMk cId="1703000714" sldId="257"/>
            <ac:spMk id="3" creationId="{C011B9EA-20E2-55E1-5481-25C7DC4D0EBF}"/>
          </ac:spMkLst>
        </pc:spChg>
        <pc:picChg chg="add mod">
          <ac:chgData name="soma sekhar sai kotipalli" userId="a8ca566d0303413a" providerId="LiveId" clId="{A8EC8184-F6D4-4A10-9861-1D37BEF7DCE9}" dt="2024-10-19T04:47:37.356" v="626"/>
          <ac:picMkLst>
            <pc:docMk/>
            <pc:sldMk cId="1703000714" sldId="257"/>
            <ac:picMk id="4" creationId="{5F7C4BA9-6DD1-2720-A136-FC849E9E585D}"/>
          </ac:picMkLst>
        </pc:picChg>
      </pc:sldChg>
      <pc:sldChg chg="addSp modSp mod">
        <pc:chgData name="soma sekhar sai kotipalli" userId="a8ca566d0303413a" providerId="LiveId" clId="{A8EC8184-F6D4-4A10-9861-1D37BEF7DCE9}" dt="2024-10-19T04:47:48.056" v="629" actId="14100"/>
        <pc:sldMkLst>
          <pc:docMk/>
          <pc:sldMk cId="2576736835" sldId="258"/>
        </pc:sldMkLst>
        <pc:spChg chg="mod">
          <ac:chgData name="soma sekhar sai kotipalli" userId="a8ca566d0303413a" providerId="LiveId" clId="{A8EC8184-F6D4-4A10-9861-1D37BEF7DCE9}" dt="2024-10-18T19:20:15.692" v="262" actId="207"/>
          <ac:spMkLst>
            <pc:docMk/>
            <pc:sldMk cId="2576736835" sldId="258"/>
            <ac:spMk id="7" creationId="{DB388AF8-9F9E-F468-D139-C7EA44FC4C48}"/>
          </ac:spMkLst>
        </pc:spChg>
        <pc:spChg chg="mod">
          <ac:chgData name="soma sekhar sai kotipalli" userId="a8ca566d0303413a" providerId="LiveId" clId="{A8EC8184-F6D4-4A10-9861-1D37BEF7DCE9}" dt="2024-10-18T19:20:11.742" v="261" actId="207"/>
          <ac:spMkLst>
            <pc:docMk/>
            <pc:sldMk cId="2576736835" sldId="258"/>
            <ac:spMk id="11" creationId="{F90BAA58-999A-CE1B-3802-39C2C3C9A0E5}"/>
          </ac:spMkLst>
        </pc:spChg>
        <pc:spChg chg="add mod ord">
          <ac:chgData name="soma sekhar sai kotipalli" userId="a8ca566d0303413a" providerId="LiveId" clId="{A8EC8184-F6D4-4A10-9861-1D37BEF7DCE9}" dt="2024-10-18T19:08:05.652" v="151" actId="167"/>
          <ac:spMkLst>
            <pc:docMk/>
            <pc:sldMk cId="2576736835" sldId="258"/>
            <ac:spMk id="12" creationId="{9F4E935F-4D86-DD37-5FBD-D1C2CC91D898}"/>
          </ac:spMkLst>
        </pc:spChg>
        <pc:spChg chg="add mod ord">
          <ac:chgData name="soma sekhar sai kotipalli" userId="a8ca566d0303413a" providerId="LiveId" clId="{A8EC8184-F6D4-4A10-9861-1D37BEF7DCE9}" dt="2024-10-18T19:08:36.169" v="154" actId="167"/>
          <ac:spMkLst>
            <pc:docMk/>
            <pc:sldMk cId="2576736835" sldId="258"/>
            <ac:spMk id="13" creationId="{E058846B-939B-B908-A58A-30939DC0F716}"/>
          </ac:spMkLst>
        </pc:spChg>
        <pc:picChg chg="add mod">
          <ac:chgData name="soma sekhar sai kotipalli" userId="a8ca566d0303413a" providerId="LiveId" clId="{A8EC8184-F6D4-4A10-9861-1D37BEF7DCE9}" dt="2024-10-19T04:47:48.056" v="629" actId="14100"/>
          <ac:picMkLst>
            <pc:docMk/>
            <pc:sldMk cId="2576736835" sldId="258"/>
            <ac:picMk id="3" creationId="{140CD469-1FCF-13A1-B082-CF5779069402}"/>
          </ac:picMkLst>
        </pc:picChg>
      </pc:sldChg>
      <pc:sldChg chg="addSp modSp">
        <pc:chgData name="soma sekhar sai kotipalli" userId="a8ca566d0303413a" providerId="LiveId" clId="{A8EC8184-F6D4-4A10-9861-1D37BEF7DCE9}" dt="2024-10-19T04:47:41.232" v="627"/>
        <pc:sldMkLst>
          <pc:docMk/>
          <pc:sldMk cId="1640872901" sldId="259"/>
        </pc:sldMkLst>
        <pc:picChg chg="add mod">
          <ac:chgData name="soma sekhar sai kotipalli" userId="a8ca566d0303413a" providerId="LiveId" clId="{A8EC8184-F6D4-4A10-9861-1D37BEF7DCE9}" dt="2024-10-19T04:47:41.232" v="627"/>
          <ac:picMkLst>
            <pc:docMk/>
            <pc:sldMk cId="1640872901" sldId="259"/>
            <ac:picMk id="2" creationId="{E27AB45B-9CAE-511E-4775-9CC1D2DBF6C8}"/>
          </ac:picMkLst>
        </pc:picChg>
      </pc:sldChg>
      <pc:sldChg chg="addSp modSp mod">
        <pc:chgData name="soma sekhar sai kotipalli" userId="a8ca566d0303413a" providerId="LiveId" clId="{A8EC8184-F6D4-4A10-9861-1D37BEF7DCE9}" dt="2024-10-19T04:49:14.890" v="644" actId="14100"/>
        <pc:sldMkLst>
          <pc:docMk/>
          <pc:sldMk cId="2244915311" sldId="260"/>
        </pc:sldMkLst>
        <pc:spChg chg="mod">
          <ac:chgData name="soma sekhar sai kotipalli" userId="a8ca566d0303413a" providerId="LiveId" clId="{A8EC8184-F6D4-4A10-9861-1D37BEF7DCE9}" dt="2024-10-18T19:19:50.402" v="259" actId="207"/>
          <ac:spMkLst>
            <pc:docMk/>
            <pc:sldMk cId="2244915311" sldId="260"/>
            <ac:spMk id="6" creationId="{B8D7E119-CFD2-01AB-FB77-5EE50CF57F1A}"/>
          </ac:spMkLst>
        </pc:spChg>
        <pc:spChg chg="mod">
          <ac:chgData name="soma sekhar sai kotipalli" userId="a8ca566d0303413a" providerId="LiveId" clId="{A8EC8184-F6D4-4A10-9861-1D37BEF7DCE9}" dt="2024-10-19T04:49:01.825" v="641" actId="1076"/>
          <ac:spMkLst>
            <pc:docMk/>
            <pc:sldMk cId="2244915311" sldId="260"/>
            <ac:spMk id="8" creationId="{F1C53E57-8493-10FF-D508-886368F31C39}"/>
          </ac:spMkLst>
        </pc:spChg>
        <pc:spChg chg="mod">
          <ac:chgData name="soma sekhar sai kotipalli" userId="a8ca566d0303413a" providerId="LiveId" clId="{A8EC8184-F6D4-4A10-9861-1D37BEF7DCE9}" dt="2024-10-19T04:49:08.078" v="642" actId="1076"/>
          <ac:spMkLst>
            <pc:docMk/>
            <pc:sldMk cId="2244915311" sldId="260"/>
            <ac:spMk id="11" creationId="{46E41F45-F0F9-556D-B46F-5916E99281EA}"/>
          </ac:spMkLst>
        </pc:spChg>
        <pc:spChg chg="add mod ord">
          <ac:chgData name="soma sekhar sai kotipalli" userId="a8ca566d0303413a" providerId="LiveId" clId="{A8EC8184-F6D4-4A10-9861-1D37BEF7DCE9}" dt="2024-10-18T19:06:00.262" v="140" actId="167"/>
          <ac:spMkLst>
            <pc:docMk/>
            <pc:sldMk cId="2244915311" sldId="260"/>
            <ac:spMk id="12" creationId="{2A07CD8A-293A-9289-925D-5B9598998EE2}"/>
          </ac:spMkLst>
        </pc:spChg>
        <pc:spChg chg="add mod ord">
          <ac:chgData name="soma sekhar sai kotipalli" userId="a8ca566d0303413a" providerId="LiveId" clId="{A8EC8184-F6D4-4A10-9861-1D37BEF7DCE9}" dt="2024-10-19T04:48:42.903" v="637" actId="1076"/>
          <ac:spMkLst>
            <pc:docMk/>
            <pc:sldMk cId="2244915311" sldId="260"/>
            <ac:spMk id="13" creationId="{E41C2D0E-0A47-ADC6-E847-79BFFBAF5D8D}"/>
          </ac:spMkLst>
        </pc:spChg>
        <pc:picChg chg="add mod">
          <ac:chgData name="soma sekhar sai kotipalli" userId="a8ca566d0303413a" providerId="LiveId" clId="{A8EC8184-F6D4-4A10-9861-1D37BEF7DCE9}" dt="2024-10-19T04:49:14.890" v="644" actId="14100"/>
          <ac:picMkLst>
            <pc:docMk/>
            <pc:sldMk cId="2244915311" sldId="260"/>
            <ac:picMk id="3" creationId="{5D01316B-0C62-F370-4D36-026E319420D2}"/>
          </ac:picMkLst>
        </pc:picChg>
      </pc:sldChg>
      <pc:sldChg chg="addSp modSp mod">
        <pc:chgData name="soma sekhar sai kotipalli" userId="a8ca566d0303413a" providerId="LiveId" clId="{A8EC8184-F6D4-4A10-9861-1D37BEF7DCE9}" dt="2024-10-19T04:47:54.367" v="630"/>
        <pc:sldMkLst>
          <pc:docMk/>
          <pc:sldMk cId="2599089472" sldId="261"/>
        </pc:sldMkLst>
        <pc:spChg chg="mod">
          <ac:chgData name="soma sekhar sai kotipalli" userId="a8ca566d0303413a" providerId="LiveId" clId="{A8EC8184-F6D4-4A10-9861-1D37BEF7DCE9}" dt="2024-10-18T19:48:08.521" v="622"/>
          <ac:spMkLst>
            <pc:docMk/>
            <pc:sldMk cId="2599089472" sldId="261"/>
            <ac:spMk id="2" creationId="{BF36A6B9-F5E0-8F2C-8E56-57810CF08C55}"/>
          </ac:spMkLst>
        </pc:spChg>
        <pc:spChg chg="mod">
          <ac:chgData name="soma sekhar sai kotipalli" userId="a8ca566d0303413a" providerId="LiveId" clId="{A8EC8184-F6D4-4A10-9861-1D37BEF7DCE9}" dt="2024-10-18T19:19:58.482" v="260" actId="207"/>
          <ac:spMkLst>
            <pc:docMk/>
            <pc:sldMk cId="2599089472" sldId="261"/>
            <ac:spMk id="6" creationId="{61BC79A0-740C-C268-A8E4-EFB57347B4C3}"/>
          </ac:spMkLst>
        </pc:spChg>
        <pc:spChg chg="add mod ord">
          <ac:chgData name="soma sekhar sai kotipalli" userId="a8ca566d0303413a" providerId="LiveId" clId="{A8EC8184-F6D4-4A10-9861-1D37BEF7DCE9}" dt="2024-10-18T19:07:38.874" v="148" actId="167"/>
          <ac:spMkLst>
            <pc:docMk/>
            <pc:sldMk cId="2599089472" sldId="261"/>
            <ac:spMk id="7" creationId="{040605EF-C09C-E759-482F-CE0592427ECD}"/>
          </ac:spMkLst>
        </pc:spChg>
        <pc:picChg chg="add mod">
          <ac:chgData name="soma sekhar sai kotipalli" userId="a8ca566d0303413a" providerId="LiveId" clId="{A8EC8184-F6D4-4A10-9861-1D37BEF7DCE9}" dt="2024-10-19T04:47:54.367" v="630"/>
          <ac:picMkLst>
            <pc:docMk/>
            <pc:sldMk cId="2599089472" sldId="261"/>
            <ac:picMk id="3" creationId="{E4971210-266C-4A39-C6AA-8BD9A7AABB26}"/>
          </ac:picMkLst>
        </pc:picChg>
      </pc:sldChg>
      <pc:sldChg chg="addSp modSp mod">
        <pc:chgData name="soma sekhar sai kotipalli" userId="a8ca566d0303413a" providerId="LiveId" clId="{A8EC8184-F6D4-4A10-9861-1D37BEF7DCE9}" dt="2024-10-19T04:53:09.422" v="678" actId="14100"/>
        <pc:sldMkLst>
          <pc:docMk/>
          <pc:sldMk cId="155774575" sldId="262"/>
        </pc:sldMkLst>
        <pc:spChg chg="mod">
          <ac:chgData name="soma sekhar sai kotipalli" userId="a8ca566d0303413a" providerId="LiveId" clId="{A8EC8184-F6D4-4A10-9861-1D37BEF7DCE9}" dt="2024-10-18T19:19:34.304" v="257" actId="207"/>
          <ac:spMkLst>
            <pc:docMk/>
            <pc:sldMk cId="155774575" sldId="262"/>
            <ac:spMk id="6" creationId="{A602B9BC-26CF-6643-ECF0-29A39030C5B0}"/>
          </ac:spMkLst>
        </pc:spChg>
        <pc:spChg chg="add mod ord">
          <ac:chgData name="soma sekhar sai kotipalli" userId="a8ca566d0303413a" providerId="LiveId" clId="{A8EC8184-F6D4-4A10-9861-1D37BEF7DCE9}" dt="2024-10-18T19:11:36.842" v="198" actId="14100"/>
          <ac:spMkLst>
            <pc:docMk/>
            <pc:sldMk cId="155774575" sldId="262"/>
            <ac:spMk id="7" creationId="{47798545-B30F-A096-0AB0-35435AC054E4}"/>
          </ac:spMkLst>
        </pc:spChg>
        <pc:picChg chg="add mod">
          <ac:chgData name="soma sekhar sai kotipalli" userId="a8ca566d0303413a" providerId="LiveId" clId="{A8EC8184-F6D4-4A10-9861-1D37BEF7DCE9}" dt="2024-10-19T04:49:18.593" v="645"/>
          <ac:picMkLst>
            <pc:docMk/>
            <pc:sldMk cId="155774575" sldId="262"/>
            <ac:picMk id="3" creationId="{67D69DF9-4835-F736-7CDB-137716BA7836}"/>
          </ac:picMkLst>
        </pc:picChg>
        <pc:picChg chg="mod">
          <ac:chgData name="soma sekhar sai kotipalli" userId="a8ca566d0303413a" providerId="LiveId" clId="{A8EC8184-F6D4-4A10-9861-1D37BEF7DCE9}" dt="2024-10-19T04:53:09.422" v="678" actId="14100"/>
          <ac:picMkLst>
            <pc:docMk/>
            <pc:sldMk cId="155774575" sldId="262"/>
            <ac:picMk id="5" creationId="{1F929C95-D1EF-0873-FF7C-48C2D61704C7}"/>
          </ac:picMkLst>
        </pc:picChg>
      </pc:sldChg>
      <pc:sldChg chg="addSp modSp mod">
        <pc:chgData name="soma sekhar sai kotipalli" userId="a8ca566d0303413a" providerId="LiveId" clId="{A8EC8184-F6D4-4A10-9861-1D37BEF7DCE9}" dt="2024-10-19T04:49:32.957" v="650" actId="1076"/>
        <pc:sldMkLst>
          <pc:docMk/>
          <pc:sldMk cId="3593600556" sldId="263"/>
        </pc:sldMkLst>
        <pc:spChg chg="mod">
          <ac:chgData name="soma sekhar sai kotipalli" userId="a8ca566d0303413a" providerId="LiveId" clId="{A8EC8184-F6D4-4A10-9861-1D37BEF7DCE9}" dt="2024-10-18T19:19:25.492" v="256" actId="207"/>
          <ac:spMkLst>
            <pc:docMk/>
            <pc:sldMk cId="3593600556" sldId="263"/>
            <ac:spMk id="6" creationId="{40E8AFE9-F0AF-68FA-0B8C-61101DD55633}"/>
          </ac:spMkLst>
        </pc:spChg>
        <pc:spChg chg="mod">
          <ac:chgData name="soma sekhar sai kotipalli" userId="a8ca566d0303413a" providerId="LiveId" clId="{A8EC8184-F6D4-4A10-9861-1D37BEF7DCE9}" dt="2024-10-18T19:19:11.836" v="255" actId="207"/>
          <ac:spMkLst>
            <pc:docMk/>
            <pc:sldMk cId="3593600556" sldId="263"/>
            <ac:spMk id="10" creationId="{BC089E41-7B7E-ECE9-83E0-A97386710131}"/>
          </ac:spMkLst>
        </pc:spChg>
        <pc:spChg chg="add mod ord">
          <ac:chgData name="soma sekhar sai kotipalli" userId="a8ca566d0303413a" providerId="LiveId" clId="{A8EC8184-F6D4-4A10-9861-1D37BEF7DCE9}" dt="2024-10-18T19:04:29.175" v="131" actId="167"/>
          <ac:spMkLst>
            <pc:docMk/>
            <pc:sldMk cId="3593600556" sldId="263"/>
            <ac:spMk id="11" creationId="{4C9F9189-4E9E-2FD7-D637-90E790946360}"/>
          </ac:spMkLst>
        </pc:spChg>
        <pc:spChg chg="add mod ord">
          <ac:chgData name="soma sekhar sai kotipalli" userId="a8ca566d0303413a" providerId="LiveId" clId="{A8EC8184-F6D4-4A10-9861-1D37BEF7DCE9}" dt="2024-10-18T19:05:04.482" v="134" actId="167"/>
          <ac:spMkLst>
            <pc:docMk/>
            <pc:sldMk cId="3593600556" sldId="263"/>
            <ac:spMk id="12" creationId="{9281C364-6336-7018-C82A-FC4375139B37}"/>
          </ac:spMkLst>
        </pc:spChg>
        <pc:picChg chg="add mod">
          <ac:chgData name="soma sekhar sai kotipalli" userId="a8ca566d0303413a" providerId="LiveId" clId="{A8EC8184-F6D4-4A10-9861-1D37BEF7DCE9}" dt="2024-10-19T04:49:32.957" v="650" actId="1076"/>
          <ac:picMkLst>
            <pc:docMk/>
            <pc:sldMk cId="3593600556" sldId="263"/>
            <ac:picMk id="3" creationId="{500C71D0-85A4-7100-C989-A758DEC94421}"/>
          </ac:picMkLst>
        </pc:picChg>
      </pc:sldChg>
      <pc:sldChg chg="addSp delSp modSp mod">
        <pc:chgData name="soma sekhar sai kotipalli" userId="a8ca566d0303413a" providerId="LiveId" clId="{A8EC8184-F6D4-4A10-9861-1D37BEF7DCE9}" dt="2024-10-19T04:49:39.227" v="652" actId="14100"/>
        <pc:sldMkLst>
          <pc:docMk/>
          <pc:sldMk cId="2499054614" sldId="264"/>
        </pc:sldMkLst>
        <pc:spChg chg="mod">
          <ac:chgData name="soma sekhar sai kotipalli" userId="a8ca566d0303413a" providerId="LiveId" clId="{A8EC8184-F6D4-4A10-9861-1D37BEF7DCE9}" dt="2024-10-18T19:48:08.521" v="622"/>
          <ac:spMkLst>
            <pc:docMk/>
            <pc:sldMk cId="2499054614" sldId="264"/>
            <ac:spMk id="2" creationId="{9AD059C5-C96F-1CB2-B43B-1112EDFBCBC2}"/>
          </ac:spMkLst>
        </pc:spChg>
        <pc:spChg chg="del">
          <ac:chgData name="soma sekhar sai kotipalli" userId="a8ca566d0303413a" providerId="LiveId" clId="{A8EC8184-F6D4-4A10-9861-1D37BEF7DCE9}" dt="2024-10-18T18:42:41.353" v="0" actId="22"/>
          <ac:spMkLst>
            <pc:docMk/>
            <pc:sldMk cId="2499054614" sldId="264"/>
            <ac:spMk id="3" creationId="{2C577CB1-D74E-8F91-F877-EA73F5DDCE79}"/>
          </ac:spMkLst>
        </pc:spChg>
        <pc:spChg chg="add del mod">
          <ac:chgData name="soma sekhar sai kotipalli" userId="a8ca566d0303413a" providerId="LiveId" clId="{A8EC8184-F6D4-4A10-9861-1D37BEF7DCE9}" dt="2024-10-18T19:17:17.882" v="246"/>
          <ac:spMkLst>
            <pc:docMk/>
            <pc:sldMk cId="2499054614" sldId="264"/>
            <ac:spMk id="6" creationId="{7CB8F0AC-0566-C294-D7C8-98121BCE5AC9}"/>
          </ac:spMkLst>
        </pc:spChg>
        <pc:spChg chg="add del">
          <ac:chgData name="soma sekhar sai kotipalli" userId="a8ca566d0303413a" providerId="LiveId" clId="{A8EC8184-F6D4-4A10-9861-1D37BEF7DCE9}" dt="2024-10-18T19:00:12.862" v="120" actId="11529"/>
          <ac:spMkLst>
            <pc:docMk/>
            <pc:sldMk cId="2499054614" sldId="264"/>
            <ac:spMk id="7" creationId="{29923192-BA3D-D243-C204-3BAE9C041B20}"/>
          </ac:spMkLst>
        </pc:spChg>
        <pc:spChg chg="add mod ord">
          <ac:chgData name="soma sekhar sai kotipalli" userId="a8ca566d0303413a" providerId="LiveId" clId="{A8EC8184-F6D4-4A10-9861-1D37BEF7DCE9}" dt="2024-10-18T19:17:15.462" v="244" actId="20577"/>
          <ac:spMkLst>
            <pc:docMk/>
            <pc:sldMk cId="2499054614" sldId="264"/>
            <ac:spMk id="8" creationId="{3353BA74-20FF-0F8E-0699-890EA6896A7F}"/>
          </ac:spMkLst>
        </pc:spChg>
        <pc:picChg chg="add mod">
          <ac:chgData name="soma sekhar sai kotipalli" userId="a8ca566d0303413a" providerId="LiveId" clId="{A8EC8184-F6D4-4A10-9861-1D37BEF7DCE9}" dt="2024-10-19T04:49:39.227" v="652" actId="14100"/>
          <ac:picMkLst>
            <pc:docMk/>
            <pc:sldMk cId="2499054614" sldId="264"/>
            <ac:picMk id="3" creationId="{2EF0BAB9-3C95-4120-FEB1-05BB7460D32E}"/>
          </ac:picMkLst>
        </pc:picChg>
        <pc:picChg chg="add mod ord">
          <ac:chgData name="soma sekhar sai kotipalli" userId="a8ca566d0303413a" providerId="LiveId" clId="{A8EC8184-F6D4-4A10-9861-1D37BEF7DCE9}" dt="2024-10-18T18:48:10.842" v="21" actId="14100"/>
          <ac:picMkLst>
            <pc:docMk/>
            <pc:sldMk cId="2499054614" sldId="264"/>
            <ac:picMk id="5" creationId="{A1B16768-CDD8-CCDB-194F-778342C3D834}"/>
          </ac:picMkLst>
        </pc:picChg>
      </pc:sldChg>
      <pc:sldChg chg="addSp delSp modSp new mod">
        <pc:chgData name="soma sekhar sai kotipalli" userId="a8ca566d0303413a" providerId="LiveId" clId="{A8EC8184-F6D4-4A10-9861-1D37BEF7DCE9}" dt="2024-10-19T04:49:46.276" v="654" actId="14100"/>
        <pc:sldMkLst>
          <pc:docMk/>
          <pc:sldMk cId="494917406" sldId="265"/>
        </pc:sldMkLst>
        <pc:spChg chg="mod">
          <ac:chgData name="soma sekhar sai kotipalli" userId="a8ca566d0303413a" providerId="LiveId" clId="{A8EC8184-F6D4-4A10-9861-1D37BEF7DCE9}" dt="2024-10-18T19:48:08.521" v="622"/>
          <ac:spMkLst>
            <pc:docMk/>
            <pc:sldMk cId="494917406" sldId="265"/>
            <ac:spMk id="2" creationId="{34671019-D875-51B5-8066-EC3B5D62A370}"/>
          </ac:spMkLst>
        </pc:spChg>
        <pc:spChg chg="del">
          <ac:chgData name="soma sekhar sai kotipalli" userId="a8ca566d0303413a" providerId="LiveId" clId="{A8EC8184-F6D4-4A10-9861-1D37BEF7DCE9}" dt="2024-10-18T18:55:54.672" v="95" actId="931"/>
          <ac:spMkLst>
            <pc:docMk/>
            <pc:sldMk cId="494917406" sldId="265"/>
            <ac:spMk id="3" creationId="{77DE7060-1216-EE26-4F34-210D058196A4}"/>
          </ac:spMkLst>
        </pc:spChg>
        <pc:spChg chg="add del mod">
          <ac:chgData name="soma sekhar sai kotipalli" userId="a8ca566d0303413a" providerId="LiveId" clId="{A8EC8184-F6D4-4A10-9861-1D37BEF7DCE9}" dt="2024-10-18T19:18:52.472" v="254"/>
          <ac:spMkLst>
            <pc:docMk/>
            <pc:sldMk cId="494917406" sldId="265"/>
            <ac:spMk id="6" creationId="{AF369F68-BB6D-3F2B-7E32-00F49A7A527A}"/>
          </ac:spMkLst>
        </pc:spChg>
        <pc:spChg chg="add del">
          <ac:chgData name="soma sekhar sai kotipalli" userId="a8ca566d0303413a" providerId="LiveId" clId="{A8EC8184-F6D4-4A10-9861-1D37BEF7DCE9}" dt="2024-10-18T18:57:43.718" v="116" actId="11529"/>
          <ac:spMkLst>
            <pc:docMk/>
            <pc:sldMk cId="494917406" sldId="265"/>
            <ac:spMk id="7" creationId="{70AE59A8-2753-781D-2C40-69A52DA4F3B1}"/>
          </ac:spMkLst>
        </pc:spChg>
        <pc:spChg chg="add mod ord">
          <ac:chgData name="soma sekhar sai kotipalli" userId="a8ca566d0303413a" providerId="LiveId" clId="{A8EC8184-F6D4-4A10-9861-1D37BEF7DCE9}" dt="2024-10-18T19:18:50.492" v="252" actId="12"/>
          <ac:spMkLst>
            <pc:docMk/>
            <pc:sldMk cId="494917406" sldId="265"/>
            <ac:spMk id="8" creationId="{33BA351D-9A78-EF94-869A-53D8FB224A15}"/>
          </ac:spMkLst>
        </pc:spChg>
        <pc:picChg chg="add mod">
          <ac:chgData name="soma sekhar sai kotipalli" userId="a8ca566d0303413a" providerId="LiveId" clId="{A8EC8184-F6D4-4A10-9861-1D37BEF7DCE9}" dt="2024-10-19T04:49:46.276" v="654" actId="14100"/>
          <ac:picMkLst>
            <pc:docMk/>
            <pc:sldMk cId="494917406" sldId="265"/>
            <ac:picMk id="3" creationId="{A6BE16AF-5486-E8BF-809B-81EB9A1D8AF0}"/>
          </ac:picMkLst>
        </pc:picChg>
        <pc:picChg chg="add mod">
          <ac:chgData name="soma sekhar sai kotipalli" userId="a8ca566d0303413a" providerId="LiveId" clId="{A8EC8184-F6D4-4A10-9861-1D37BEF7DCE9}" dt="2024-10-18T18:56:06.704" v="97" actId="1076"/>
          <ac:picMkLst>
            <pc:docMk/>
            <pc:sldMk cId="494917406" sldId="265"/>
            <ac:picMk id="5" creationId="{17CBA70D-2ED4-14DD-5877-6C79B6AD7140}"/>
          </ac:picMkLst>
        </pc:picChg>
      </pc:sldChg>
      <pc:sldChg chg="modSp new del mod">
        <pc:chgData name="soma sekhar sai kotipalli" userId="a8ca566d0303413a" providerId="LiveId" clId="{A8EC8184-F6D4-4A10-9861-1D37BEF7DCE9}" dt="2024-10-18T19:41:30.170" v="569" actId="47"/>
        <pc:sldMkLst>
          <pc:docMk/>
          <pc:sldMk cId="2077598235" sldId="266"/>
        </pc:sldMkLst>
        <pc:spChg chg="mod">
          <ac:chgData name="soma sekhar sai kotipalli" userId="a8ca566d0303413a" providerId="LiveId" clId="{A8EC8184-F6D4-4A10-9861-1D37BEF7DCE9}" dt="2024-10-18T19:35:01.174" v="281" actId="255"/>
          <ac:spMkLst>
            <pc:docMk/>
            <pc:sldMk cId="2077598235" sldId="266"/>
            <ac:spMk id="2" creationId="{E1A85A65-4CB8-AF1D-095B-0FCA81A47AD8}"/>
          </ac:spMkLst>
        </pc:spChg>
        <pc:spChg chg="mod">
          <ac:chgData name="soma sekhar sai kotipalli" userId="a8ca566d0303413a" providerId="LiveId" clId="{A8EC8184-F6D4-4A10-9861-1D37BEF7DCE9}" dt="2024-10-18T19:41:09.860" v="568" actId="255"/>
          <ac:spMkLst>
            <pc:docMk/>
            <pc:sldMk cId="2077598235" sldId="266"/>
            <ac:spMk id="3" creationId="{E955489E-944F-780F-D5A7-D4C1F82B2D58}"/>
          </ac:spMkLst>
        </pc:spChg>
      </pc:sldChg>
      <pc:sldChg chg="addSp delSp modSp new mod">
        <pc:chgData name="soma sekhar sai kotipalli" userId="a8ca566d0303413a" providerId="LiveId" clId="{A8EC8184-F6D4-4A10-9861-1D37BEF7DCE9}" dt="2024-10-19T05:49:59.612" v="1294" actId="1076"/>
        <pc:sldMkLst>
          <pc:docMk/>
          <pc:sldMk cId="3750929346" sldId="266"/>
        </pc:sldMkLst>
        <pc:spChg chg="mod">
          <ac:chgData name="soma sekhar sai kotipalli" userId="a8ca566d0303413a" providerId="LiveId" clId="{A8EC8184-F6D4-4A10-9861-1D37BEF7DCE9}" dt="2024-10-19T05:40:04.243" v="697" actId="1076"/>
          <ac:spMkLst>
            <pc:docMk/>
            <pc:sldMk cId="3750929346" sldId="266"/>
            <ac:spMk id="2" creationId="{A0DC1DCB-A028-DB27-D36B-DDFA5457B672}"/>
          </ac:spMkLst>
        </pc:spChg>
        <pc:spChg chg="add del mod">
          <ac:chgData name="soma sekhar sai kotipalli" userId="a8ca566d0303413a" providerId="LiveId" clId="{A8EC8184-F6D4-4A10-9861-1D37BEF7DCE9}" dt="2024-10-19T05:49:59.612" v="1294" actId="1076"/>
          <ac:spMkLst>
            <pc:docMk/>
            <pc:sldMk cId="3750929346" sldId="266"/>
            <ac:spMk id="4" creationId="{862A2A80-7F4A-CB74-AB6E-39111594D73B}"/>
          </ac:spMkLst>
        </pc:spChg>
        <pc:picChg chg="add mod">
          <ac:chgData name="soma sekhar sai kotipalli" userId="a8ca566d0303413a" providerId="LiveId" clId="{A8EC8184-F6D4-4A10-9861-1D37BEF7DCE9}" dt="2024-10-19T04:49:53.153" v="656" actId="14100"/>
          <ac:picMkLst>
            <pc:docMk/>
            <pc:sldMk cId="3750929346" sldId="266"/>
            <ac:picMk id="3" creationId="{F2DB9F98-A841-5615-CAE6-51460E714971}"/>
          </ac:picMkLst>
        </pc:picChg>
      </pc:sldChg>
      <pc:sldChg chg="modSp new del mod">
        <pc:chgData name="soma sekhar sai kotipalli" userId="a8ca566d0303413a" providerId="LiveId" clId="{A8EC8184-F6D4-4A10-9861-1D37BEF7DCE9}" dt="2024-10-18T19:41:54.213" v="585" actId="680"/>
        <pc:sldMkLst>
          <pc:docMk/>
          <pc:sldMk cId="3852007629" sldId="266"/>
        </pc:sldMkLst>
        <pc:spChg chg="mod">
          <ac:chgData name="soma sekhar sai kotipalli" userId="a8ca566d0303413a" providerId="LiveId" clId="{A8EC8184-F6D4-4A10-9861-1D37BEF7DCE9}" dt="2024-10-18T19:41:53.674" v="584" actId="20577"/>
          <ac:spMkLst>
            <pc:docMk/>
            <pc:sldMk cId="3852007629" sldId="266"/>
            <ac:spMk id="2" creationId="{74F0398A-6259-8188-1E99-AAF7D78CE4A6}"/>
          </ac:spMkLst>
        </pc:spChg>
      </pc:sldChg>
      <pc:sldChg chg="new del">
        <pc:chgData name="soma sekhar sai kotipalli" userId="a8ca566d0303413a" providerId="LiveId" clId="{A8EC8184-F6D4-4A10-9861-1D37BEF7DCE9}" dt="2024-10-18T19:47:00.907" v="604" actId="47"/>
        <pc:sldMkLst>
          <pc:docMk/>
          <pc:sldMk cId="1706517122" sldId="267"/>
        </pc:sldMkLst>
      </pc:sldChg>
      <pc:sldChg chg="addSp modSp new mod">
        <pc:chgData name="soma sekhar sai kotipalli" userId="a8ca566d0303413a" providerId="LiveId" clId="{A8EC8184-F6D4-4A10-9861-1D37BEF7DCE9}" dt="2024-10-19T04:51:54.077" v="677" actId="1076"/>
        <pc:sldMkLst>
          <pc:docMk/>
          <pc:sldMk cId="4050982880" sldId="268"/>
        </pc:sldMkLst>
        <pc:spChg chg="mod">
          <ac:chgData name="soma sekhar sai kotipalli" userId="a8ca566d0303413a" providerId="LiveId" clId="{A8EC8184-F6D4-4A10-9861-1D37BEF7DCE9}" dt="2024-10-19T04:51:12.416" v="671" actId="20577"/>
          <ac:spMkLst>
            <pc:docMk/>
            <pc:sldMk cId="4050982880" sldId="268"/>
            <ac:spMk id="2" creationId="{C762237D-01E2-CAF6-0E03-32E9B30950DD}"/>
          </ac:spMkLst>
        </pc:spChg>
        <pc:picChg chg="add mod">
          <ac:chgData name="soma sekhar sai kotipalli" userId="a8ca566d0303413a" providerId="LiveId" clId="{A8EC8184-F6D4-4A10-9861-1D37BEF7DCE9}" dt="2024-10-19T04:50:07.743" v="661" actId="14100"/>
          <ac:picMkLst>
            <pc:docMk/>
            <pc:sldMk cId="4050982880" sldId="268"/>
            <ac:picMk id="3" creationId="{0453DA7B-562C-1AC3-DC78-F1F36A577E48}"/>
          </ac:picMkLst>
        </pc:picChg>
        <pc:picChg chg="add mod">
          <ac:chgData name="soma sekhar sai kotipalli" userId="a8ca566d0303413a" providerId="LiveId" clId="{A8EC8184-F6D4-4A10-9861-1D37BEF7DCE9}" dt="2024-10-19T04:51:54.077" v="677" actId="1076"/>
          <ac:picMkLst>
            <pc:docMk/>
            <pc:sldMk cId="4050982880" sldId="268"/>
            <ac:picMk id="5" creationId="{8AD9D6FF-385E-5A88-DC56-6827ED7EC21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B0D502-C7D4-4DA6-B313-144468116297}" type="datetimeFigureOut">
              <a:rPr lang="en-IN" smtClean="0"/>
              <a:t>19-10-2024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86521B-4E5C-40D4-8448-841468E79E4A}" type="slidenum">
              <a:rPr lang="en-IN" smtClean="0"/>
              <a:t>‹#›</a:t>
            </a:fld>
            <a:endParaRPr lang="en-IN"/>
          </a:p>
        </p:txBody>
      </p:sp>
    </p:spTree>
    <p:extLst>
      <p:ext uri="{BB962C8B-B14F-4D97-AF65-F5344CB8AC3E}">
        <p14:creationId xmlns:p14="http://schemas.microsoft.com/office/powerpoint/2010/main" val="381984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10/19/2024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10/19/2024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10/19/2024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10/19/2024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10/19/2024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10/19/2024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10/19/2024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10/19/2024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10/19/2024</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10/19/2024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10/19/2024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10/19/2024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5.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7E375-D775-B18E-E2EF-A955B00874BE}"/>
              </a:ext>
            </a:extLst>
          </p:cNvPr>
          <p:cNvSpPr>
            <a:spLocks noGrp="1"/>
          </p:cNvSpPr>
          <p:nvPr>
            <p:ph type="ctrTitle"/>
          </p:nvPr>
        </p:nvSpPr>
        <p:spPr/>
        <p:txBody>
          <a:bodyPr/>
          <a:lstStyle/>
          <a:p>
            <a:r>
              <a:rPr lang="en-IN" dirty="0"/>
              <a:t>RENTAL ANALYSIS</a:t>
            </a:r>
          </a:p>
        </p:txBody>
      </p:sp>
      <p:sp>
        <p:nvSpPr>
          <p:cNvPr id="3" name="Subtitle 2">
            <a:extLst>
              <a:ext uri="{FF2B5EF4-FFF2-40B4-BE49-F238E27FC236}">
                <a16:creationId xmlns:a16="http://schemas.microsoft.com/office/drawing/2014/main" id="{8701496E-2EA3-9C17-8412-26718CCF7C04}"/>
              </a:ext>
            </a:extLst>
          </p:cNvPr>
          <p:cNvSpPr>
            <a:spLocks noGrp="1"/>
          </p:cNvSpPr>
          <p:nvPr>
            <p:ph type="subTitle" idx="1"/>
          </p:nvPr>
        </p:nvSpPr>
        <p:spPr/>
        <p:txBody>
          <a:bodyPr/>
          <a:lstStyle/>
          <a:p>
            <a:r>
              <a:rPr lang="en-IN" dirty="0"/>
              <a:t>ON DIFFERENT LOCATIONS</a:t>
            </a:r>
          </a:p>
        </p:txBody>
      </p:sp>
      <p:pic>
        <p:nvPicPr>
          <p:cNvPr id="5" name="Picture 4">
            <a:extLst>
              <a:ext uri="{FF2B5EF4-FFF2-40B4-BE49-F238E27FC236}">
                <a16:creationId xmlns:a16="http://schemas.microsoft.com/office/drawing/2014/main" id="{BF9DE0A5-5EE9-AF5C-E64F-3DEB7978C94E}"/>
              </a:ext>
            </a:extLst>
          </p:cNvPr>
          <p:cNvPicPr>
            <a:picLocks noChangeAspect="1"/>
          </p:cNvPicPr>
          <p:nvPr/>
        </p:nvPicPr>
        <p:blipFill>
          <a:blip r:embed="rId2"/>
          <a:stretch>
            <a:fillRect/>
          </a:stretch>
        </p:blipFill>
        <p:spPr>
          <a:xfrm>
            <a:off x="170330" y="5562599"/>
            <a:ext cx="1183341" cy="1183341"/>
          </a:xfrm>
          <a:prstGeom prst="rect">
            <a:avLst/>
          </a:prstGeom>
        </p:spPr>
      </p:pic>
    </p:spTree>
    <p:extLst>
      <p:ext uri="{BB962C8B-B14F-4D97-AF65-F5344CB8AC3E}">
        <p14:creationId xmlns:p14="http://schemas.microsoft.com/office/powerpoint/2010/main" val="4034875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519B3-BFFB-B756-4823-AAEDF621D33F}"/>
              </a:ext>
            </a:extLst>
          </p:cNvPr>
          <p:cNvSpPr>
            <a:spLocks noGrp="1"/>
          </p:cNvSpPr>
          <p:nvPr>
            <p:ph type="title"/>
          </p:nvPr>
        </p:nvSpPr>
        <p:spPr>
          <a:xfrm>
            <a:off x="998130" y="368091"/>
            <a:ext cx="10058400" cy="1609344"/>
          </a:xfrm>
        </p:spPr>
        <p:txBody>
          <a:bodyPr/>
          <a:lstStyle/>
          <a:p>
            <a:r>
              <a:rPr lang="en-IN" dirty="0"/>
              <a:t>INTRODUCTION</a:t>
            </a:r>
          </a:p>
        </p:txBody>
      </p:sp>
      <p:sp>
        <p:nvSpPr>
          <p:cNvPr id="3" name="Content Placeholder 2">
            <a:extLst>
              <a:ext uri="{FF2B5EF4-FFF2-40B4-BE49-F238E27FC236}">
                <a16:creationId xmlns:a16="http://schemas.microsoft.com/office/drawing/2014/main" id="{C011B9EA-20E2-55E1-5481-25C7DC4D0EBF}"/>
              </a:ext>
            </a:extLst>
          </p:cNvPr>
          <p:cNvSpPr>
            <a:spLocks noGrp="1"/>
          </p:cNvSpPr>
          <p:nvPr>
            <p:ph idx="1"/>
          </p:nvPr>
        </p:nvSpPr>
        <p:spPr>
          <a:xfrm>
            <a:off x="1066800" y="2801382"/>
            <a:ext cx="10058400" cy="4050792"/>
          </a:xfrm>
        </p:spPr>
        <p:txBody>
          <a:bodyPr/>
          <a:lstStyle/>
          <a:p>
            <a:r>
              <a:rPr lang="en-IN" dirty="0"/>
              <a:t>The main aim of the project is to analysing the rental data and gaining insights and which factors influence the price of property.</a:t>
            </a:r>
          </a:p>
          <a:p>
            <a:r>
              <a:rPr lang="en-IN" dirty="0"/>
              <a:t>For this we have scraped data from “MAGICBRICKS” a website which contains about rentals , we have scraped data from locations : Chennai , Mumbai , Hyderabad, Bangalore and Kolkata</a:t>
            </a:r>
          </a:p>
          <a:p>
            <a:r>
              <a:rPr lang="en-IN" dirty="0"/>
              <a:t>We have scraped data by using Selenium and Beautiful Soup and REGEX.</a:t>
            </a:r>
          </a:p>
        </p:txBody>
      </p:sp>
      <p:pic>
        <p:nvPicPr>
          <p:cNvPr id="4" name="Picture 3">
            <a:extLst>
              <a:ext uri="{FF2B5EF4-FFF2-40B4-BE49-F238E27FC236}">
                <a16:creationId xmlns:a16="http://schemas.microsoft.com/office/drawing/2014/main" id="{5F7C4BA9-6DD1-2720-A136-FC849E9E585D}"/>
              </a:ext>
            </a:extLst>
          </p:cNvPr>
          <p:cNvPicPr>
            <a:picLocks noChangeAspect="1"/>
          </p:cNvPicPr>
          <p:nvPr/>
        </p:nvPicPr>
        <p:blipFill>
          <a:blip r:embed="rId2"/>
          <a:stretch>
            <a:fillRect/>
          </a:stretch>
        </p:blipFill>
        <p:spPr>
          <a:xfrm>
            <a:off x="170330" y="5562599"/>
            <a:ext cx="1183341" cy="1183341"/>
          </a:xfrm>
          <a:prstGeom prst="rect">
            <a:avLst/>
          </a:prstGeom>
        </p:spPr>
      </p:pic>
    </p:spTree>
    <p:extLst>
      <p:ext uri="{BB962C8B-B14F-4D97-AF65-F5344CB8AC3E}">
        <p14:creationId xmlns:p14="http://schemas.microsoft.com/office/powerpoint/2010/main" val="1703000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15E4C8-07AC-D845-1D36-58A8A5C2B217}"/>
              </a:ext>
            </a:extLst>
          </p:cNvPr>
          <p:cNvPicPr>
            <a:picLocks noChangeAspect="1"/>
          </p:cNvPicPr>
          <p:nvPr/>
        </p:nvPicPr>
        <p:blipFill>
          <a:blip r:embed="rId2"/>
          <a:stretch>
            <a:fillRect/>
          </a:stretch>
        </p:blipFill>
        <p:spPr>
          <a:xfrm>
            <a:off x="2029105" y="123543"/>
            <a:ext cx="7058025" cy="4029075"/>
          </a:xfrm>
          <a:prstGeom prst="rect">
            <a:avLst/>
          </a:prstGeom>
        </p:spPr>
      </p:pic>
      <p:pic>
        <p:nvPicPr>
          <p:cNvPr id="5" name="Picture 4">
            <a:extLst>
              <a:ext uri="{FF2B5EF4-FFF2-40B4-BE49-F238E27FC236}">
                <a16:creationId xmlns:a16="http://schemas.microsoft.com/office/drawing/2014/main" id="{8F3F3F0A-52A5-EF44-46A4-66EF82EF4B76}"/>
              </a:ext>
            </a:extLst>
          </p:cNvPr>
          <p:cNvPicPr>
            <a:picLocks noChangeAspect="1"/>
          </p:cNvPicPr>
          <p:nvPr/>
        </p:nvPicPr>
        <p:blipFill>
          <a:blip r:embed="rId3"/>
          <a:stretch>
            <a:fillRect/>
          </a:stretch>
        </p:blipFill>
        <p:spPr>
          <a:xfrm>
            <a:off x="1852893" y="4359930"/>
            <a:ext cx="7410450" cy="2266950"/>
          </a:xfrm>
          <a:prstGeom prst="rect">
            <a:avLst/>
          </a:prstGeom>
        </p:spPr>
      </p:pic>
      <p:pic>
        <p:nvPicPr>
          <p:cNvPr id="2" name="Picture 1">
            <a:extLst>
              <a:ext uri="{FF2B5EF4-FFF2-40B4-BE49-F238E27FC236}">
                <a16:creationId xmlns:a16="http://schemas.microsoft.com/office/drawing/2014/main" id="{E27AB45B-9CAE-511E-4775-9CC1D2DBF6C8}"/>
              </a:ext>
            </a:extLst>
          </p:cNvPr>
          <p:cNvPicPr>
            <a:picLocks noChangeAspect="1"/>
          </p:cNvPicPr>
          <p:nvPr/>
        </p:nvPicPr>
        <p:blipFill>
          <a:blip r:embed="rId4"/>
          <a:stretch>
            <a:fillRect/>
          </a:stretch>
        </p:blipFill>
        <p:spPr>
          <a:xfrm>
            <a:off x="170330" y="5562599"/>
            <a:ext cx="1183341" cy="1183341"/>
          </a:xfrm>
          <a:prstGeom prst="rect">
            <a:avLst/>
          </a:prstGeom>
        </p:spPr>
      </p:pic>
    </p:spTree>
    <p:extLst>
      <p:ext uri="{BB962C8B-B14F-4D97-AF65-F5344CB8AC3E}">
        <p14:creationId xmlns:p14="http://schemas.microsoft.com/office/powerpoint/2010/main" val="1640872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E058846B-939B-B908-A58A-30939DC0F716}"/>
              </a:ext>
            </a:extLst>
          </p:cNvPr>
          <p:cNvSpPr/>
          <p:nvPr/>
        </p:nvSpPr>
        <p:spPr>
          <a:xfrm>
            <a:off x="188259" y="4572000"/>
            <a:ext cx="6054845" cy="1093694"/>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9F4E935F-4D86-DD37-5FBD-D1C2CC91D898}"/>
              </a:ext>
            </a:extLst>
          </p:cNvPr>
          <p:cNvSpPr/>
          <p:nvPr/>
        </p:nvSpPr>
        <p:spPr>
          <a:xfrm>
            <a:off x="259976" y="1335741"/>
            <a:ext cx="5983128" cy="118334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0624C09-5DB7-6F55-22D8-A6CA4E4802DC}"/>
              </a:ext>
            </a:extLst>
          </p:cNvPr>
          <p:cNvSpPr>
            <a:spLocks noGrp="1"/>
          </p:cNvSpPr>
          <p:nvPr>
            <p:ph type="title"/>
          </p:nvPr>
        </p:nvSpPr>
        <p:spPr>
          <a:xfrm>
            <a:off x="0" y="130705"/>
            <a:ext cx="10058400" cy="923330"/>
          </a:xfrm>
        </p:spPr>
        <p:txBody>
          <a:bodyPr>
            <a:normAutofit/>
          </a:bodyPr>
          <a:lstStyle/>
          <a:p>
            <a:r>
              <a:rPr lang="en-US" sz="3200" dirty="0"/>
              <a:t>Which city have more availability for rentals ?</a:t>
            </a:r>
            <a:endParaRPr lang="en-IN" sz="3200" dirty="0"/>
          </a:p>
        </p:txBody>
      </p:sp>
      <p:pic>
        <p:nvPicPr>
          <p:cNvPr id="5" name="Content Placeholder 4">
            <a:extLst>
              <a:ext uri="{FF2B5EF4-FFF2-40B4-BE49-F238E27FC236}">
                <a16:creationId xmlns:a16="http://schemas.microsoft.com/office/drawing/2014/main" id="{78C30880-89B7-6DD5-8BA4-52FF0596B286}"/>
              </a:ext>
            </a:extLst>
          </p:cNvPr>
          <p:cNvPicPr>
            <a:picLocks noGrp="1" noChangeAspect="1"/>
          </p:cNvPicPr>
          <p:nvPr>
            <p:ph idx="1"/>
          </p:nvPr>
        </p:nvPicPr>
        <p:blipFill>
          <a:blip r:embed="rId2"/>
          <a:stretch>
            <a:fillRect/>
          </a:stretch>
        </p:blipFill>
        <p:spPr>
          <a:xfrm>
            <a:off x="7799293" y="175529"/>
            <a:ext cx="4258235" cy="2899364"/>
          </a:xfrm>
        </p:spPr>
      </p:pic>
      <p:sp>
        <p:nvSpPr>
          <p:cNvPr id="7" name="TextBox 6">
            <a:extLst>
              <a:ext uri="{FF2B5EF4-FFF2-40B4-BE49-F238E27FC236}">
                <a16:creationId xmlns:a16="http://schemas.microsoft.com/office/drawing/2014/main" id="{DB388AF8-9F9E-F468-D139-C7EA44FC4C48}"/>
              </a:ext>
            </a:extLst>
          </p:cNvPr>
          <p:cNvSpPr txBox="1"/>
          <p:nvPr/>
        </p:nvSpPr>
        <p:spPr>
          <a:xfrm>
            <a:off x="367553" y="1454917"/>
            <a:ext cx="5983128" cy="923330"/>
          </a:xfrm>
          <a:prstGeom prst="rect">
            <a:avLst/>
          </a:prstGeom>
          <a:noFill/>
        </p:spPr>
        <p:txBody>
          <a:bodyPr wrap="square" rtlCol="0">
            <a:spAutoFit/>
          </a:bodyPr>
          <a:lstStyle/>
          <a:p>
            <a:r>
              <a:rPr lang="en-US" dirty="0">
                <a:solidFill>
                  <a:schemeClr val="bg1"/>
                </a:solidFill>
              </a:rPr>
              <a:t>INSIGHT:</a:t>
            </a:r>
          </a:p>
          <a:p>
            <a:r>
              <a:rPr lang="en-US" dirty="0">
                <a:solidFill>
                  <a:schemeClr val="bg1"/>
                </a:solidFill>
              </a:rPr>
              <a:t>By this above visual the city Chennai has more number of properties available for people to rent</a:t>
            </a:r>
            <a:endParaRPr lang="en-IN" dirty="0">
              <a:solidFill>
                <a:schemeClr val="bg1"/>
              </a:solidFill>
            </a:endParaRPr>
          </a:p>
        </p:txBody>
      </p:sp>
      <p:sp>
        <p:nvSpPr>
          <p:cNvPr id="8" name="TextBox 7">
            <a:extLst>
              <a:ext uri="{FF2B5EF4-FFF2-40B4-BE49-F238E27FC236}">
                <a16:creationId xmlns:a16="http://schemas.microsoft.com/office/drawing/2014/main" id="{B0EB4574-19C1-E016-09BA-BD0605FDF51F}"/>
              </a:ext>
            </a:extLst>
          </p:cNvPr>
          <p:cNvSpPr txBox="1"/>
          <p:nvPr/>
        </p:nvSpPr>
        <p:spPr>
          <a:xfrm>
            <a:off x="188259" y="3464858"/>
            <a:ext cx="7611034" cy="584775"/>
          </a:xfrm>
          <a:prstGeom prst="rect">
            <a:avLst/>
          </a:prstGeom>
          <a:noFill/>
        </p:spPr>
        <p:txBody>
          <a:bodyPr wrap="square" rtlCol="0">
            <a:spAutoFit/>
          </a:bodyPr>
          <a:lstStyle/>
          <a:p>
            <a:r>
              <a:rPr lang="en-US" sz="3200" dirty="0">
                <a:latin typeface="+mj-lt"/>
              </a:rPr>
              <a:t>Which is the most available BHK?</a:t>
            </a:r>
            <a:endParaRPr lang="en-IN" sz="3200" dirty="0">
              <a:latin typeface="+mj-lt"/>
            </a:endParaRPr>
          </a:p>
        </p:txBody>
      </p:sp>
      <p:pic>
        <p:nvPicPr>
          <p:cNvPr id="10" name="Picture 9">
            <a:extLst>
              <a:ext uri="{FF2B5EF4-FFF2-40B4-BE49-F238E27FC236}">
                <a16:creationId xmlns:a16="http://schemas.microsoft.com/office/drawing/2014/main" id="{C3DBA649-9805-F92E-6BEB-404173279775}"/>
              </a:ext>
            </a:extLst>
          </p:cNvPr>
          <p:cNvPicPr>
            <a:picLocks noChangeAspect="1"/>
          </p:cNvPicPr>
          <p:nvPr/>
        </p:nvPicPr>
        <p:blipFill>
          <a:blip r:embed="rId3"/>
          <a:stretch>
            <a:fillRect/>
          </a:stretch>
        </p:blipFill>
        <p:spPr>
          <a:xfrm>
            <a:off x="7799294" y="3200399"/>
            <a:ext cx="4177554" cy="3003177"/>
          </a:xfrm>
          <a:prstGeom prst="rect">
            <a:avLst/>
          </a:prstGeom>
        </p:spPr>
      </p:pic>
      <p:sp>
        <p:nvSpPr>
          <p:cNvPr id="11" name="TextBox 10">
            <a:extLst>
              <a:ext uri="{FF2B5EF4-FFF2-40B4-BE49-F238E27FC236}">
                <a16:creationId xmlns:a16="http://schemas.microsoft.com/office/drawing/2014/main" id="{F90BAA58-999A-CE1B-3802-39C2C3C9A0E5}"/>
              </a:ext>
            </a:extLst>
          </p:cNvPr>
          <p:cNvSpPr txBox="1"/>
          <p:nvPr/>
        </p:nvSpPr>
        <p:spPr>
          <a:xfrm>
            <a:off x="367553" y="4670612"/>
            <a:ext cx="5983128" cy="923330"/>
          </a:xfrm>
          <a:prstGeom prst="rect">
            <a:avLst/>
          </a:prstGeom>
          <a:noFill/>
        </p:spPr>
        <p:txBody>
          <a:bodyPr wrap="square" rtlCol="0">
            <a:spAutoFit/>
          </a:bodyPr>
          <a:lstStyle/>
          <a:p>
            <a:r>
              <a:rPr lang="en-US" dirty="0">
                <a:solidFill>
                  <a:schemeClr val="bg1"/>
                </a:solidFill>
              </a:rPr>
              <a:t>INSIGHT:</a:t>
            </a:r>
          </a:p>
          <a:p>
            <a:r>
              <a:rPr lang="en-US" dirty="0">
                <a:solidFill>
                  <a:schemeClr val="bg1"/>
                </a:solidFill>
              </a:rPr>
              <a:t>Most of houses available are 1&amp;2 BHK's for rentals and 7,8 and 10 BHK's are least ones</a:t>
            </a:r>
            <a:endParaRPr lang="en-IN" dirty="0">
              <a:solidFill>
                <a:schemeClr val="bg1"/>
              </a:solidFill>
            </a:endParaRPr>
          </a:p>
        </p:txBody>
      </p:sp>
      <p:pic>
        <p:nvPicPr>
          <p:cNvPr id="3" name="Picture 2">
            <a:extLst>
              <a:ext uri="{FF2B5EF4-FFF2-40B4-BE49-F238E27FC236}">
                <a16:creationId xmlns:a16="http://schemas.microsoft.com/office/drawing/2014/main" id="{140CD469-1FCF-13A1-B082-CF5779069402}"/>
              </a:ext>
            </a:extLst>
          </p:cNvPr>
          <p:cNvPicPr>
            <a:picLocks noChangeAspect="1"/>
          </p:cNvPicPr>
          <p:nvPr/>
        </p:nvPicPr>
        <p:blipFill>
          <a:blip r:embed="rId4"/>
          <a:stretch>
            <a:fillRect/>
          </a:stretch>
        </p:blipFill>
        <p:spPr>
          <a:xfrm>
            <a:off x="170331" y="5822610"/>
            <a:ext cx="923330" cy="923330"/>
          </a:xfrm>
          <a:prstGeom prst="rect">
            <a:avLst/>
          </a:prstGeom>
        </p:spPr>
      </p:pic>
    </p:spTree>
    <p:extLst>
      <p:ext uri="{BB962C8B-B14F-4D97-AF65-F5344CB8AC3E}">
        <p14:creationId xmlns:p14="http://schemas.microsoft.com/office/powerpoint/2010/main" val="2576736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040605EF-C09C-E759-482F-CE0592427ECD}"/>
              </a:ext>
            </a:extLst>
          </p:cNvPr>
          <p:cNvSpPr/>
          <p:nvPr/>
        </p:nvSpPr>
        <p:spPr>
          <a:xfrm>
            <a:off x="430306" y="2590800"/>
            <a:ext cx="3917576" cy="206188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F36A6B9-F5E0-8F2C-8E56-57810CF08C55}"/>
              </a:ext>
            </a:extLst>
          </p:cNvPr>
          <p:cNvSpPr>
            <a:spLocks noGrp="1"/>
          </p:cNvSpPr>
          <p:nvPr>
            <p:ph type="title"/>
          </p:nvPr>
        </p:nvSpPr>
        <p:spPr>
          <a:xfrm>
            <a:off x="1069848" y="260514"/>
            <a:ext cx="10058400" cy="1609344"/>
          </a:xfrm>
        </p:spPr>
        <p:txBody>
          <a:bodyPr>
            <a:normAutofit/>
          </a:bodyPr>
          <a:lstStyle/>
          <a:p>
            <a:r>
              <a:rPr lang="en-US" sz="4000" i="0" dirty="0">
                <a:solidFill>
                  <a:srgbClr val="000000"/>
                </a:solidFill>
                <a:effectLst/>
              </a:rPr>
              <a:t>What is the average price based on types of BHK?</a:t>
            </a:r>
            <a:br>
              <a:rPr lang="en-US" b="1" i="0" dirty="0">
                <a:solidFill>
                  <a:srgbClr val="000000"/>
                </a:solidFill>
                <a:effectLst/>
                <a:latin typeface="inherit"/>
              </a:rPr>
            </a:br>
            <a:endParaRPr lang="en-IN" dirty="0"/>
          </a:p>
        </p:txBody>
      </p:sp>
      <p:pic>
        <p:nvPicPr>
          <p:cNvPr id="5" name="Content Placeholder 4">
            <a:extLst>
              <a:ext uri="{FF2B5EF4-FFF2-40B4-BE49-F238E27FC236}">
                <a16:creationId xmlns:a16="http://schemas.microsoft.com/office/drawing/2014/main" id="{5884DAF0-4335-6586-0CF7-383856ABDEDA}"/>
              </a:ext>
            </a:extLst>
          </p:cNvPr>
          <p:cNvPicPr>
            <a:picLocks noGrp="1" noChangeAspect="1"/>
          </p:cNvPicPr>
          <p:nvPr>
            <p:ph idx="1"/>
          </p:nvPr>
        </p:nvPicPr>
        <p:blipFill>
          <a:blip r:embed="rId2"/>
          <a:stretch>
            <a:fillRect/>
          </a:stretch>
        </p:blipFill>
        <p:spPr>
          <a:xfrm>
            <a:off x="4828720" y="1654705"/>
            <a:ext cx="7291563" cy="4055813"/>
          </a:xfrm>
        </p:spPr>
      </p:pic>
      <p:sp>
        <p:nvSpPr>
          <p:cNvPr id="6" name="TextBox 5">
            <a:extLst>
              <a:ext uri="{FF2B5EF4-FFF2-40B4-BE49-F238E27FC236}">
                <a16:creationId xmlns:a16="http://schemas.microsoft.com/office/drawing/2014/main" id="{61BC79A0-740C-C268-A8E4-EFB57347B4C3}"/>
              </a:ext>
            </a:extLst>
          </p:cNvPr>
          <p:cNvSpPr txBox="1"/>
          <p:nvPr/>
        </p:nvSpPr>
        <p:spPr>
          <a:xfrm>
            <a:off x="564776" y="2682192"/>
            <a:ext cx="3899648" cy="2215991"/>
          </a:xfrm>
          <a:prstGeom prst="rect">
            <a:avLst/>
          </a:prstGeom>
          <a:noFill/>
        </p:spPr>
        <p:txBody>
          <a:bodyPr wrap="square" rtlCol="0">
            <a:spAutoFit/>
          </a:bodyPr>
          <a:lstStyle/>
          <a:p>
            <a:pPr algn="l"/>
            <a:r>
              <a:rPr lang="en-US" sz="2000" dirty="0">
                <a:solidFill>
                  <a:schemeClr val="bg1"/>
                </a:solidFill>
                <a:effectLst/>
              </a:rPr>
              <a:t>INSIGHT:</a:t>
            </a:r>
          </a:p>
          <a:p>
            <a:pPr algn="l"/>
            <a:r>
              <a:rPr lang="en-US" sz="2000" dirty="0">
                <a:solidFill>
                  <a:schemeClr val="bg1"/>
                </a:solidFill>
                <a:effectLst/>
              </a:rPr>
              <a:t>8BHK have highest average price of 6L . The reason behind that the availability of 8BHK is less when compared to other BHK's</a:t>
            </a:r>
          </a:p>
          <a:p>
            <a:endParaRPr lang="en-IN" dirty="0">
              <a:solidFill>
                <a:schemeClr val="bg1"/>
              </a:solidFill>
            </a:endParaRPr>
          </a:p>
        </p:txBody>
      </p:sp>
      <p:pic>
        <p:nvPicPr>
          <p:cNvPr id="3" name="Picture 2">
            <a:extLst>
              <a:ext uri="{FF2B5EF4-FFF2-40B4-BE49-F238E27FC236}">
                <a16:creationId xmlns:a16="http://schemas.microsoft.com/office/drawing/2014/main" id="{E4971210-266C-4A39-C6AA-8BD9A7AABB26}"/>
              </a:ext>
            </a:extLst>
          </p:cNvPr>
          <p:cNvPicPr>
            <a:picLocks noChangeAspect="1"/>
          </p:cNvPicPr>
          <p:nvPr/>
        </p:nvPicPr>
        <p:blipFill>
          <a:blip r:embed="rId3"/>
          <a:stretch>
            <a:fillRect/>
          </a:stretch>
        </p:blipFill>
        <p:spPr>
          <a:xfrm>
            <a:off x="170330" y="5562599"/>
            <a:ext cx="1183341" cy="1183341"/>
          </a:xfrm>
          <a:prstGeom prst="rect">
            <a:avLst/>
          </a:prstGeom>
        </p:spPr>
      </p:pic>
    </p:spTree>
    <p:extLst>
      <p:ext uri="{BB962C8B-B14F-4D97-AF65-F5344CB8AC3E}">
        <p14:creationId xmlns:p14="http://schemas.microsoft.com/office/powerpoint/2010/main" val="2599089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E41C2D0E-0A47-ADC6-E847-79BFFBAF5D8D}"/>
              </a:ext>
            </a:extLst>
          </p:cNvPr>
          <p:cNvSpPr/>
          <p:nvPr/>
        </p:nvSpPr>
        <p:spPr>
          <a:xfrm>
            <a:off x="150966" y="4231220"/>
            <a:ext cx="7772398" cy="138725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2A07CD8A-293A-9289-925D-5B9598998EE2}"/>
              </a:ext>
            </a:extLst>
          </p:cNvPr>
          <p:cNvSpPr/>
          <p:nvPr/>
        </p:nvSpPr>
        <p:spPr>
          <a:xfrm>
            <a:off x="71718" y="1334032"/>
            <a:ext cx="6920753" cy="1323439"/>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23EFAD1-BC20-E497-E016-1014C0E28511}"/>
              </a:ext>
            </a:extLst>
          </p:cNvPr>
          <p:cNvSpPr>
            <a:spLocks noGrp="1"/>
          </p:cNvSpPr>
          <p:nvPr>
            <p:ph type="title"/>
          </p:nvPr>
        </p:nvSpPr>
        <p:spPr>
          <a:xfrm>
            <a:off x="137519" y="126582"/>
            <a:ext cx="10058400" cy="1609344"/>
          </a:xfrm>
        </p:spPr>
        <p:txBody>
          <a:bodyPr>
            <a:normAutofit/>
          </a:bodyPr>
          <a:lstStyle/>
          <a:p>
            <a:r>
              <a:rPr lang="en-US" sz="4000" i="0" dirty="0">
                <a:solidFill>
                  <a:srgbClr val="000000"/>
                </a:solidFill>
                <a:effectLst/>
              </a:rPr>
              <a:t>Which type of House is most available?</a:t>
            </a:r>
            <a:br>
              <a:rPr lang="en-US" sz="4000" b="1" i="0" dirty="0">
                <a:solidFill>
                  <a:srgbClr val="000000"/>
                </a:solidFill>
                <a:effectLst/>
                <a:latin typeface="inherit"/>
              </a:rPr>
            </a:br>
            <a:endParaRPr lang="en-IN" sz="4000" dirty="0"/>
          </a:p>
        </p:txBody>
      </p:sp>
      <p:pic>
        <p:nvPicPr>
          <p:cNvPr id="5" name="Content Placeholder 4">
            <a:extLst>
              <a:ext uri="{FF2B5EF4-FFF2-40B4-BE49-F238E27FC236}">
                <a16:creationId xmlns:a16="http://schemas.microsoft.com/office/drawing/2014/main" id="{2A327CE4-1481-74D2-C839-C31967528E8B}"/>
              </a:ext>
            </a:extLst>
          </p:cNvPr>
          <p:cNvPicPr>
            <a:picLocks noGrp="1" noChangeAspect="1"/>
          </p:cNvPicPr>
          <p:nvPr>
            <p:ph idx="1"/>
          </p:nvPr>
        </p:nvPicPr>
        <p:blipFill>
          <a:blip r:embed="rId2"/>
          <a:stretch>
            <a:fillRect/>
          </a:stretch>
        </p:blipFill>
        <p:spPr>
          <a:xfrm>
            <a:off x="8305676" y="244952"/>
            <a:ext cx="3125634" cy="2756597"/>
          </a:xfrm>
        </p:spPr>
      </p:pic>
      <p:sp>
        <p:nvSpPr>
          <p:cNvPr id="6" name="TextBox 5">
            <a:extLst>
              <a:ext uri="{FF2B5EF4-FFF2-40B4-BE49-F238E27FC236}">
                <a16:creationId xmlns:a16="http://schemas.microsoft.com/office/drawing/2014/main" id="{B8D7E119-CFD2-01AB-FB77-5EE50CF57F1A}"/>
              </a:ext>
            </a:extLst>
          </p:cNvPr>
          <p:cNvSpPr txBox="1"/>
          <p:nvPr/>
        </p:nvSpPr>
        <p:spPr>
          <a:xfrm>
            <a:off x="137519" y="1334032"/>
            <a:ext cx="6606988" cy="1600438"/>
          </a:xfrm>
          <a:prstGeom prst="rect">
            <a:avLst/>
          </a:prstGeom>
          <a:noFill/>
        </p:spPr>
        <p:txBody>
          <a:bodyPr wrap="square" rtlCol="0">
            <a:spAutoFit/>
          </a:bodyPr>
          <a:lstStyle/>
          <a:p>
            <a:pPr algn="l"/>
            <a:r>
              <a:rPr lang="en-US" sz="2000" dirty="0">
                <a:solidFill>
                  <a:schemeClr val="bg1"/>
                </a:solidFill>
                <a:effectLst/>
              </a:rPr>
              <a:t>INSIGHT:</a:t>
            </a:r>
          </a:p>
          <a:p>
            <a:pPr algn="l"/>
            <a:r>
              <a:rPr lang="en-US" sz="2000" dirty="0">
                <a:solidFill>
                  <a:schemeClr val="bg1"/>
                </a:solidFill>
                <a:effectLst/>
              </a:rPr>
              <a:t>Most of the available properties are houses rather than villas because house can be available at cheaper price when compared to villa.</a:t>
            </a:r>
          </a:p>
          <a:p>
            <a:endParaRPr lang="en-IN" dirty="0">
              <a:solidFill>
                <a:schemeClr val="bg1"/>
              </a:solidFill>
            </a:endParaRPr>
          </a:p>
        </p:txBody>
      </p:sp>
      <p:sp>
        <p:nvSpPr>
          <p:cNvPr id="8" name="TextBox 7">
            <a:extLst>
              <a:ext uri="{FF2B5EF4-FFF2-40B4-BE49-F238E27FC236}">
                <a16:creationId xmlns:a16="http://schemas.microsoft.com/office/drawing/2014/main" id="{F1C53E57-8493-10FF-D508-886368F31C39}"/>
              </a:ext>
            </a:extLst>
          </p:cNvPr>
          <p:cNvSpPr txBox="1"/>
          <p:nvPr/>
        </p:nvSpPr>
        <p:spPr>
          <a:xfrm>
            <a:off x="185639" y="3001549"/>
            <a:ext cx="7909919" cy="1323439"/>
          </a:xfrm>
          <a:prstGeom prst="rect">
            <a:avLst/>
          </a:prstGeom>
          <a:noFill/>
        </p:spPr>
        <p:txBody>
          <a:bodyPr wrap="square" rtlCol="0">
            <a:spAutoFit/>
          </a:bodyPr>
          <a:lstStyle/>
          <a:p>
            <a:r>
              <a:rPr lang="en-IN" sz="4000" dirty="0">
                <a:latin typeface="+mj-lt"/>
              </a:rPr>
              <a:t>ON WHICH CATEGORY OF PEOPLE , OWNERS ARE INTEREST TO GIVE RENTALS?</a:t>
            </a:r>
          </a:p>
        </p:txBody>
      </p:sp>
      <p:pic>
        <p:nvPicPr>
          <p:cNvPr id="10" name="Picture 9">
            <a:extLst>
              <a:ext uri="{FF2B5EF4-FFF2-40B4-BE49-F238E27FC236}">
                <a16:creationId xmlns:a16="http://schemas.microsoft.com/office/drawing/2014/main" id="{67C6FD7C-3BF9-431B-DAF8-5B04F9DE81D3}"/>
              </a:ext>
            </a:extLst>
          </p:cNvPr>
          <p:cNvPicPr>
            <a:picLocks noChangeAspect="1"/>
          </p:cNvPicPr>
          <p:nvPr/>
        </p:nvPicPr>
        <p:blipFill>
          <a:blip r:embed="rId3"/>
          <a:stretch>
            <a:fillRect/>
          </a:stretch>
        </p:blipFill>
        <p:spPr>
          <a:xfrm>
            <a:off x="7909918" y="3264781"/>
            <a:ext cx="3917149" cy="2911251"/>
          </a:xfrm>
          <a:prstGeom prst="rect">
            <a:avLst/>
          </a:prstGeom>
        </p:spPr>
      </p:pic>
      <p:sp>
        <p:nvSpPr>
          <p:cNvPr id="11" name="TextBox 10">
            <a:extLst>
              <a:ext uri="{FF2B5EF4-FFF2-40B4-BE49-F238E27FC236}">
                <a16:creationId xmlns:a16="http://schemas.microsoft.com/office/drawing/2014/main" id="{46E41F45-F0F9-556D-B46F-5916E99281EA}"/>
              </a:ext>
            </a:extLst>
          </p:cNvPr>
          <p:cNvSpPr txBox="1"/>
          <p:nvPr/>
        </p:nvSpPr>
        <p:spPr>
          <a:xfrm>
            <a:off x="251013" y="4231220"/>
            <a:ext cx="7658905" cy="1600438"/>
          </a:xfrm>
          <a:prstGeom prst="rect">
            <a:avLst/>
          </a:prstGeom>
          <a:noFill/>
        </p:spPr>
        <p:txBody>
          <a:bodyPr wrap="square" rtlCol="0">
            <a:spAutoFit/>
          </a:bodyPr>
          <a:lstStyle/>
          <a:p>
            <a:pPr algn="l"/>
            <a:r>
              <a:rPr lang="en-US" sz="2000" dirty="0">
                <a:solidFill>
                  <a:schemeClr val="bg1"/>
                </a:solidFill>
                <a:effectLst/>
              </a:rPr>
              <a:t>INSIGHT:</a:t>
            </a:r>
          </a:p>
          <a:p>
            <a:pPr algn="l"/>
            <a:r>
              <a:rPr lang="en-US" sz="2000" dirty="0">
                <a:solidFill>
                  <a:schemeClr val="bg1"/>
                </a:solidFill>
                <a:effectLst/>
              </a:rPr>
              <a:t>Most of the owners prefer to give rentals for family or for bachelor's .But some of the owners have restrictions to give only rent to only for bachelor's or for only Families</a:t>
            </a:r>
          </a:p>
          <a:p>
            <a:endParaRPr lang="en-IN" dirty="0">
              <a:solidFill>
                <a:schemeClr val="bg1"/>
              </a:solidFill>
            </a:endParaRPr>
          </a:p>
        </p:txBody>
      </p:sp>
      <p:pic>
        <p:nvPicPr>
          <p:cNvPr id="3" name="Picture 2">
            <a:extLst>
              <a:ext uri="{FF2B5EF4-FFF2-40B4-BE49-F238E27FC236}">
                <a16:creationId xmlns:a16="http://schemas.microsoft.com/office/drawing/2014/main" id="{5D01316B-0C62-F370-4D36-026E319420D2}"/>
              </a:ext>
            </a:extLst>
          </p:cNvPr>
          <p:cNvPicPr>
            <a:picLocks noChangeAspect="1"/>
          </p:cNvPicPr>
          <p:nvPr/>
        </p:nvPicPr>
        <p:blipFill>
          <a:blip r:embed="rId4"/>
          <a:stretch>
            <a:fillRect/>
          </a:stretch>
        </p:blipFill>
        <p:spPr>
          <a:xfrm>
            <a:off x="251013" y="5831659"/>
            <a:ext cx="899760" cy="899760"/>
          </a:xfrm>
          <a:prstGeom prst="rect">
            <a:avLst/>
          </a:prstGeom>
        </p:spPr>
      </p:pic>
    </p:spTree>
    <p:extLst>
      <p:ext uri="{BB962C8B-B14F-4D97-AF65-F5344CB8AC3E}">
        <p14:creationId xmlns:p14="http://schemas.microsoft.com/office/powerpoint/2010/main" val="2244915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7798545-B30F-A096-0AB0-35435AC054E4}"/>
              </a:ext>
            </a:extLst>
          </p:cNvPr>
          <p:cNvSpPr/>
          <p:nvPr/>
        </p:nvSpPr>
        <p:spPr>
          <a:xfrm>
            <a:off x="134472" y="2621458"/>
            <a:ext cx="4554070" cy="208672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FCD7FA21-54D9-EEE4-F043-24744F63A2EA}"/>
              </a:ext>
            </a:extLst>
          </p:cNvPr>
          <p:cNvSpPr>
            <a:spLocks noGrp="1"/>
          </p:cNvSpPr>
          <p:nvPr>
            <p:ph type="title"/>
          </p:nvPr>
        </p:nvSpPr>
        <p:spPr>
          <a:xfrm>
            <a:off x="1066800" y="314302"/>
            <a:ext cx="10058400" cy="1609344"/>
          </a:xfrm>
        </p:spPr>
        <p:txBody>
          <a:bodyPr>
            <a:normAutofit fontScale="90000"/>
          </a:bodyPr>
          <a:lstStyle/>
          <a:p>
            <a:r>
              <a:rPr lang="en-US" sz="4400" i="0" dirty="0">
                <a:solidFill>
                  <a:srgbClr val="000000"/>
                </a:solidFill>
                <a:effectLst/>
              </a:rPr>
              <a:t>What is the average price in different locations based on property type?</a:t>
            </a:r>
            <a:br>
              <a:rPr lang="en-US" b="1" i="0" dirty="0">
                <a:solidFill>
                  <a:srgbClr val="000000"/>
                </a:solidFill>
                <a:effectLst/>
                <a:latin typeface="inherit"/>
              </a:rPr>
            </a:br>
            <a:endParaRPr lang="en-IN" dirty="0"/>
          </a:p>
        </p:txBody>
      </p:sp>
      <p:pic>
        <p:nvPicPr>
          <p:cNvPr id="5" name="Content Placeholder 4">
            <a:extLst>
              <a:ext uri="{FF2B5EF4-FFF2-40B4-BE49-F238E27FC236}">
                <a16:creationId xmlns:a16="http://schemas.microsoft.com/office/drawing/2014/main" id="{1F929C95-D1EF-0873-FF7C-48C2D61704C7}"/>
              </a:ext>
            </a:extLst>
          </p:cNvPr>
          <p:cNvPicPr>
            <a:picLocks noGrp="1" noChangeAspect="1"/>
          </p:cNvPicPr>
          <p:nvPr>
            <p:ph idx="1"/>
          </p:nvPr>
        </p:nvPicPr>
        <p:blipFill>
          <a:blip r:embed="rId2"/>
          <a:stretch>
            <a:fillRect/>
          </a:stretch>
        </p:blipFill>
        <p:spPr>
          <a:xfrm>
            <a:off x="4954389" y="1780241"/>
            <a:ext cx="6503064" cy="3849594"/>
          </a:xfrm>
        </p:spPr>
      </p:pic>
      <p:sp>
        <p:nvSpPr>
          <p:cNvPr id="6" name="TextBox 5">
            <a:extLst>
              <a:ext uri="{FF2B5EF4-FFF2-40B4-BE49-F238E27FC236}">
                <a16:creationId xmlns:a16="http://schemas.microsoft.com/office/drawing/2014/main" id="{A602B9BC-26CF-6643-ECF0-29A39030C5B0}"/>
              </a:ext>
            </a:extLst>
          </p:cNvPr>
          <p:cNvSpPr txBox="1"/>
          <p:nvPr/>
        </p:nvSpPr>
        <p:spPr>
          <a:xfrm>
            <a:off x="259976" y="2621458"/>
            <a:ext cx="4428565" cy="2215991"/>
          </a:xfrm>
          <a:prstGeom prst="rect">
            <a:avLst/>
          </a:prstGeom>
          <a:noFill/>
        </p:spPr>
        <p:txBody>
          <a:bodyPr wrap="square" rtlCol="0">
            <a:spAutoFit/>
          </a:bodyPr>
          <a:lstStyle/>
          <a:p>
            <a:pPr algn="l"/>
            <a:r>
              <a:rPr lang="en-US" sz="2000" dirty="0">
                <a:solidFill>
                  <a:schemeClr val="bg1"/>
                </a:solidFill>
                <a:effectLst/>
              </a:rPr>
              <a:t>INSIGHT:</a:t>
            </a:r>
          </a:p>
          <a:p>
            <a:pPr algn="l"/>
            <a:r>
              <a:rPr lang="en-US" sz="2000" dirty="0">
                <a:solidFill>
                  <a:schemeClr val="bg1"/>
                </a:solidFill>
                <a:effectLst/>
              </a:rPr>
              <a:t>Villa's has more average price in different locations . The main reason for that is Villa's have more luxurious infrastructure when compared to houses.</a:t>
            </a:r>
          </a:p>
          <a:p>
            <a:endParaRPr lang="en-IN" dirty="0">
              <a:solidFill>
                <a:schemeClr val="bg1"/>
              </a:solidFill>
            </a:endParaRPr>
          </a:p>
        </p:txBody>
      </p:sp>
      <p:pic>
        <p:nvPicPr>
          <p:cNvPr id="3" name="Picture 2">
            <a:extLst>
              <a:ext uri="{FF2B5EF4-FFF2-40B4-BE49-F238E27FC236}">
                <a16:creationId xmlns:a16="http://schemas.microsoft.com/office/drawing/2014/main" id="{67D69DF9-4835-F736-7CDB-137716BA7836}"/>
              </a:ext>
            </a:extLst>
          </p:cNvPr>
          <p:cNvPicPr>
            <a:picLocks noChangeAspect="1"/>
          </p:cNvPicPr>
          <p:nvPr/>
        </p:nvPicPr>
        <p:blipFill>
          <a:blip r:embed="rId3"/>
          <a:stretch>
            <a:fillRect/>
          </a:stretch>
        </p:blipFill>
        <p:spPr>
          <a:xfrm>
            <a:off x="170330" y="5562599"/>
            <a:ext cx="1183341" cy="1183341"/>
          </a:xfrm>
          <a:prstGeom prst="rect">
            <a:avLst/>
          </a:prstGeom>
        </p:spPr>
      </p:pic>
    </p:spTree>
    <p:extLst>
      <p:ext uri="{BB962C8B-B14F-4D97-AF65-F5344CB8AC3E}">
        <p14:creationId xmlns:p14="http://schemas.microsoft.com/office/powerpoint/2010/main" val="155774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9281C364-6336-7018-C82A-FC4375139B37}"/>
              </a:ext>
            </a:extLst>
          </p:cNvPr>
          <p:cNvSpPr/>
          <p:nvPr/>
        </p:nvSpPr>
        <p:spPr>
          <a:xfrm>
            <a:off x="80683" y="4589929"/>
            <a:ext cx="6230470" cy="1550895"/>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4C9F9189-4E9E-2FD7-D637-90E790946360}"/>
              </a:ext>
            </a:extLst>
          </p:cNvPr>
          <p:cNvSpPr/>
          <p:nvPr/>
        </p:nvSpPr>
        <p:spPr>
          <a:xfrm>
            <a:off x="80683" y="959020"/>
            <a:ext cx="6015317" cy="2071051"/>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AF27DC93-85F5-D6AF-A1BC-5266417DD916}"/>
              </a:ext>
            </a:extLst>
          </p:cNvPr>
          <p:cNvPicPr>
            <a:picLocks noChangeAspect="1"/>
          </p:cNvPicPr>
          <p:nvPr/>
        </p:nvPicPr>
        <p:blipFill>
          <a:blip r:embed="rId2"/>
          <a:stretch>
            <a:fillRect/>
          </a:stretch>
        </p:blipFill>
        <p:spPr>
          <a:xfrm>
            <a:off x="7234518" y="3872754"/>
            <a:ext cx="4665144" cy="2864762"/>
          </a:xfrm>
          <a:prstGeom prst="rect">
            <a:avLst/>
          </a:prstGeom>
        </p:spPr>
      </p:pic>
      <p:sp>
        <p:nvSpPr>
          <p:cNvPr id="2" name="Title 1">
            <a:extLst>
              <a:ext uri="{FF2B5EF4-FFF2-40B4-BE49-F238E27FC236}">
                <a16:creationId xmlns:a16="http://schemas.microsoft.com/office/drawing/2014/main" id="{711CAA99-A09F-2A13-A6ED-69876AA99FD9}"/>
              </a:ext>
            </a:extLst>
          </p:cNvPr>
          <p:cNvSpPr>
            <a:spLocks noGrp="1"/>
          </p:cNvSpPr>
          <p:nvPr>
            <p:ph type="title"/>
          </p:nvPr>
        </p:nvSpPr>
        <p:spPr>
          <a:xfrm>
            <a:off x="80683" y="-380443"/>
            <a:ext cx="10536577" cy="1609344"/>
          </a:xfrm>
        </p:spPr>
        <p:txBody>
          <a:bodyPr>
            <a:normAutofit/>
          </a:bodyPr>
          <a:lstStyle/>
          <a:p>
            <a:r>
              <a:rPr lang="en-IN" sz="3200" dirty="0"/>
              <a:t>WHAT IS THE AVERAGE PRICE OF PROPERTY BASED ON LOCATION?</a:t>
            </a:r>
          </a:p>
        </p:txBody>
      </p:sp>
      <p:pic>
        <p:nvPicPr>
          <p:cNvPr id="5" name="Picture 4">
            <a:extLst>
              <a:ext uri="{FF2B5EF4-FFF2-40B4-BE49-F238E27FC236}">
                <a16:creationId xmlns:a16="http://schemas.microsoft.com/office/drawing/2014/main" id="{C3F63740-7887-F624-8454-7BB982EBD669}"/>
              </a:ext>
            </a:extLst>
          </p:cNvPr>
          <p:cNvPicPr>
            <a:picLocks noChangeAspect="1"/>
          </p:cNvPicPr>
          <p:nvPr/>
        </p:nvPicPr>
        <p:blipFill>
          <a:blip r:embed="rId3"/>
          <a:stretch>
            <a:fillRect/>
          </a:stretch>
        </p:blipFill>
        <p:spPr>
          <a:xfrm>
            <a:off x="7539318" y="734907"/>
            <a:ext cx="4360344" cy="2694093"/>
          </a:xfrm>
          <a:prstGeom prst="rect">
            <a:avLst/>
          </a:prstGeom>
        </p:spPr>
      </p:pic>
      <p:sp>
        <p:nvSpPr>
          <p:cNvPr id="6" name="TextBox 5">
            <a:extLst>
              <a:ext uri="{FF2B5EF4-FFF2-40B4-BE49-F238E27FC236}">
                <a16:creationId xmlns:a16="http://schemas.microsoft.com/office/drawing/2014/main" id="{40E8AFE9-F0AF-68FA-0B8C-61101DD55633}"/>
              </a:ext>
            </a:extLst>
          </p:cNvPr>
          <p:cNvSpPr txBox="1"/>
          <p:nvPr/>
        </p:nvSpPr>
        <p:spPr>
          <a:xfrm>
            <a:off x="161365" y="959020"/>
            <a:ext cx="6239435" cy="2369880"/>
          </a:xfrm>
          <a:prstGeom prst="rect">
            <a:avLst/>
          </a:prstGeom>
          <a:noFill/>
        </p:spPr>
        <p:txBody>
          <a:bodyPr wrap="square" rtlCol="0">
            <a:spAutoFit/>
          </a:bodyPr>
          <a:lstStyle/>
          <a:p>
            <a:r>
              <a:rPr lang="en-US" sz="2000" dirty="0">
                <a:solidFill>
                  <a:schemeClr val="bg1"/>
                </a:solidFill>
                <a:effectLst/>
              </a:rPr>
              <a:t>INSIGHT:</a:t>
            </a:r>
          </a:p>
          <a:p>
            <a:r>
              <a:rPr lang="en-US" dirty="0">
                <a:solidFill>
                  <a:schemeClr val="bg1"/>
                </a:solidFill>
                <a:effectLst/>
              </a:rPr>
              <a:t>Bangalore has highest average price due to rapid population growth driven by job opportunities in the IT sector, leading to high demand for housing and Kolkata has least average price because when compared to remaining cities , Kolkata has a slower rate of economic growth and industrial expansion.</a:t>
            </a:r>
          </a:p>
          <a:p>
            <a:endParaRPr lang="en-IN" dirty="0">
              <a:solidFill>
                <a:schemeClr val="bg1"/>
              </a:solidFill>
            </a:endParaRPr>
          </a:p>
        </p:txBody>
      </p:sp>
      <p:sp>
        <p:nvSpPr>
          <p:cNvPr id="7" name="TextBox 6">
            <a:extLst>
              <a:ext uri="{FF2B5EF4-FFF2-40B4-BE49-F238E27FC236}">
                <a16:creationId xmlns:a16="http://schemas.microsoft.com/office/drawing/2014/main" id="{21080179-9CBA-92FD-668E-EC1335D661A8}"/>
              </a:ext>
            </a:extLst>
          </p:cNvPr>
          <p:cNvSpPr txBox="1"/>
          <p:nvPr/>
        </p:nvSpPr>
        <p:spPr>
          <a:xfrm>
            <a:off x="80683" y="3209002"/>
            <a:ext cx="9269506" cy="1077218"/>
          </a:xfrm>
          <a:prstGeom prst="rect">
            <a:avLst/>
          </a:prstGeom>
          <a:noFill/>
        </p:spPr>
        <p:txBody>
          <a:bodyPr wrap="square" rtlCol="0">
            <a:spAutoFit/>
          </a:bodyPr>
          <a:lstStyle/>
          <a:p>
            <a:r>
              <a:rPr lang="en-IN" sz="3200" dirty="0">
                <a:latin typeface="+mj-lt"/>
              </a:rPr>
              <a:t>WHAT IS THE FURNISHED TYPE AVAILABLE FOR THE DIFFERENT CATEGORY OF PEOPLE?</a:t>
            </a:r>
          </a:p>
        </p:txBody>
      </p:sp>
      <p:sp>
        <p:nvSpPr>
          <p:cNvPr id="10" name="TextBox 9">
            <a:extLst>
              <a:ext uri="{FF2B5EF4-FFF2-40B4-BE49-F238E27FC236}">
                <a16:creationId xmlns:a16="http://schemas.microsoft.com/office/drawing/2014/main" id="{BC089E41-7B7E-ECE9-83E0-A97386710131}"/>
              </a:ext>
            </a:extLst>
          </p:cNvPr>
          <p:cNvSpPr txBox="1"/>
          <p:nvPr/>
        </p:nvSpPr>
        <p:spPr>
          <a:xfrm>
            <a:off x="277906" y="4589929"/>
            <a:ext cx="5818094" cy="1477328"/>
          </a:xfrm>
          <a:prstGeom prst="rect">
            <a:avLst/>
          </a:prstGeom>
          <a:noFill/>
        </p:spPr>
        <p:txBody>
          <a:bodyPr wrap="square" rtlCol="0">
            <a:spAutoFit/>
          </a:bodyPr>
          <a:lstStyle/>
          <a:p>
            <a:r>
              <a:rPr lang="en-IN" dirty="0">
                <a:solidFill>
                  <a:schemeClr val="bg1"/>
                </a:solidFill>
              </a:rPr>
              <a:t>INSIGHT:</a:t>
            </a:r>
          </a:p>
          <a:p>
            <a:r>
              <a:rPr lang="en-US" dirty="0">
                <a:solidFill>
                  <a:schemeClr val="bg1"/>
                </a:solidFill>
              </a:rPr>
              <a:t>Unfurnished and semi furnished houses are mostly available for family/ bachelor’s .The main reason may be the fully furnished are more expensive that can’t be afford by them.</a:t>
            </a:r>
            <a:endParaRPr lang="en-IN" dirty="0">
              <a:solidFill>
                <a:schemeClr val="bg1"/>
              </a:solidFill>
            </a:endParaRPr>
          </a:p>
        </p:txBody>
      </p:sp>
      <p:pic>
        <p:nvPicPr>
          <p:cNvPr id="3" name="Picture 2">
            <a:extLst>
              <a:ext uri="{FF2B5EF4-FFF2-40B4-BE49-F238E27FC236}">
                <a16:creationId xmlns:a16="http://schemas.microsoft.com/office/drawing/2014/main" id="{500C71D0-85A4-7100-C989-A758DEC94421}"/>
              </a:ext>
            </a:extLst>
          </p:cNvPr>
          <p:cNvPicPr>
            <a:picLocks noChangeAspect="1"/>
          </p:cNvPicPr>
          <p:nvPr/>
        </p:nvPicPr>
        <p:blipFill>
          <a:blip r:embed="rId4"/>
          <a:stretch>
            <a:fillRect/>
          </a:stretch>
        </p:blipFill>
        <p:spPr>
          <a:xfrm>
            <a:off x="80683" y="6266321"/>
            <a:ext cx="573741" cy="573741"/>
          </a:xfrm>
          <a:prstGeom prst="rect">
            <a:avLst/>
          </a:prstGeom>
        </p:spPr>
      </p:pic>
    </p:spTree>
    <p:extLst>
      <p:ext uri="{BB962C8B-B14F-4D97-AF65-F5344CB8AC3E}">
        <p14:creationId xmlns:p14="http://schemas.microsoft.com/office/powerpoint/2010/main" val="359360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3353BA74-20FF-0F8E-0699-890EA6896A7F}"/>
              </a:ext>
            </a:extLst>
          </p:cNvPr>
          <p:cNvSpPr/>
          <p:nvPr/>
        </p:nvSpPr>
        <p:spPr>
          <a:xfrm>
            <a:off x="204325" y="1981200"/>
            <a:ext cx="5868086" cy="3139321"/>
          </a:xfrm>
          <a:prstGeom prst="roundRect">
            <a:avLst>
              <a:gd name="adj" fmla="val 14097"/>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INSIGHT:</a:t>
            </a:r>
          </a:p>
          <a:p>
            <a:pPr marL="285750" indent="-285750">
              <a:buFont typeface="Wingdings" panose="05000000000000000000" pitchFamily="2" charset="2"/>
              <a:buChar char="§"/>
            </a:pPr>
            <a:r>
              <a:rPr lang="en-US" dirty="0"/>
              <a:t>Properties with more BHKs (Bedrooms, Halls, Kitchens) tend to have more bathrooms (correlation of 0.90).</a:t>
            </a:r>
          </a:p>
          <a:p>
            <a:pPr marL="285750" indent="-285750">
              <a:buFont typeface="Wingdings" panose="05000000000000000000" pitchFamily="2" charset="2"/>
              <a:buChar char="§"/>
            </a:pPr>
            <a:r>
              <a:rPr lang="en-US" dirty="0"/>
              <a:t>Properties with more BHKs also tend to be more expensive (correlation of 0.47).</a:t>
            </a:r>
          </a:p>
          <a:p>
            <a:pPr marL="285750" indent="-285750">
              <a:buFont typeface="Wingdings" panose="05000000000000000000" pitchFamily="2" charset="2"/>
              <a:buChar char="§"/>
            </a:pPr>
            <a:r>
              <a:rPr lang="en-US" dirty="0"/>
              <a:t>There is a moderate correlation between the number of bathrooms and the price (0.49).</a:t>
            </a:r>
          </a:p>
          <a:p>
            <a:pPr marL="285750" indent="-285750">
              <a:buFont typeface="Wingdings" panose="05000000000000000000" pitchFamily="2" charset="2"/>
              <a:buChar char="§"/>
            </a:pPr>
            <a:r>
              <a:rPr lang="en-US" dirty="0"/>
              <a:t>The area of the property does not significantly affect the number of BHKs, number of bathrooms, or the price.</a:t>
            </a:r>
          </a:p>
        </p:txBody>
      </p:sp>
      <p:sp>
        <p:nvSpPr>
          <p:cNvPr id="2" name="Title 1">
            <a:extLst>
              <a:ext uri="{FF2B5EF4-FFF2-40B4-BE49-F238E27FC236}">
                <a16:creationId xmlns:a16="http://schemas.microsoft.com/office/drawing/2014/main" id="{9AD059C5-C96F-1CB2-B43B-1112EDFBCBC2}"/>
              </a:ext>
            </a:extLst>
          </p:cNvPr>
          <p:cNvSpPr>
            <a:spLocks noGrp="1"/>
          </p:cNvSpPr>
          <p:nvPr>
            <p:ph type="title"/>
          </p:nvPr>
        </p:nvSpPr>
        <p:spPr/>
        <p:txBody>
          <a:bodyPr>
            <a:normAutofit/>
          </a:bodyPr>
          <a:lstStyle/>
          <a:p>
            <a:r>
              <a:rPr lang="en-US" sz="4400" b="0" i="0" dirty="0">
                <a:solidFill>
                  <a:srgbClr val="000000"/>
                </a:solidFill>
                <a:effectLst/>
              </a:rPr>
              <a:t>How the numerical columns are correlated?</a:t>
            </a:r>
            <a:br>
              <a:rPr lang="en-US" b="0" i="0" dirty="0">
                <a:solidFill>
                  <a:srgbClr val="000000"/>
                </a:solidFill>
                <a:effectLst/>
                <a:latin typeface="Helvetica Neue"/>
              </a:rPr>
            </a:br>
            <a:endParaRPr lang="en-IN" dirty="0"/>
          </a:p>
        </p:txBody>
      </p:sp>
      <p:pic>
        <p:nvPicPr>
          <p:cNvPr id="5" name="Content Placeholder 4">
            <a:extLst>
              <a:ext uri="{FF2B5EF4-FFF2-40B4-BE49-F238E27FC236}">
                <a16:creationId xmlns:a16="http://schemas.microsoft.com/office/drawing/2014/main" id="{A1B16768-CDD8-CCDB-194F-778342C3D834}"/>
              </a:ext>
            </a:extLst>
          </p:cNvPr>
          <p:cNvPicPr>
            <a:picLocks noGrp="1" noChangeAspect="1"/>
          </p:cNvPicPr>
          <p:nvPr>
            <p:ph idx="1"/>
          </p:nvPr>
        </p:nvPicPr>
        <p:blipFill>
          <a:blip r:embed="rId2"/>
          <a:stretch>
            <a:fillRect/>
          </a:stretch>
        </p:blipFill>
        <p:spPr>
          <a:xfrm>
            <a:off x="6307357" y="1462600"/>
            <a:ext cx="5055837" cy="4185165"/>
          </a:xfrm>
        </p:spPr>
      </p:pic>
      <p:pic>
        <p:nvPicPr>
          <p:cNvPr id="3" name="Picture 2">
            <a:extLst>
              <a:ext uri="{FF2B5EF4-FFF2-40B4-BE49-F238E27FC236}">
                <a16:creationId xmlns:a16="http://schemas.microsoft.com/office/drawing/2014/main" id="{2EF0BAB9-3C95-4120-FEB1-05BB7460D32E}"/>
              </a:ext>
            </a:extLst>
          </p:cNvPr>
          <p:cNvPicPr>
            <a:picLocks noChangeAspect="1"/>
          </p:cNvPicPr>
          <p:nvPr/>
        </p:nvPicPr>
        <p:blipFill>
          <a:blip r:embed="rId3"/>
          <a:stretch>
            <a:fillRect/>
          </a:stretch>
        </p:blipFill>
        <p:spPr>
          <a:xfrm>
            <a:off x="170331" y="5930152"/>
            <a:ext cx="815788" cy="815788"/>
          </a:xfrm>
          <a:prstGeom prst="rect">
            <a:avLst/>
          </a:prstGeom>
        </p:spPr>
      </p:pic>
    </p:spTree>
    <p:extLst>
      <p:ext uri="{BB962C8B-B14F-4D97-AF65-F5344CB8AC3E}">
        <p14:creationId xmlns:p14="http://schemas.microsoft.com/office/powerpoint/2010/main" val="2499054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33BA351D-9A78-EF94-869A-53D8FB224A15}"/>
              </a:ext>
            </a:extLst>
          </p:cNvPr>
          <p:cNvSpPr/>
          <p:nvPr/>
        </p:nvSpPr>
        <p:spPr>
          <a:xfrm>
            <a:off x="484094" y="2949388"/>
            <a:ext cx="5181600" cy="1609344"/>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INSIGHT:</a:t>
            </a:r>
          </a:p>
          <a:p>
            <a:pPr marL="285750" indent="-285750">
              <a:buFont typeface="Wingdings" panose="05000000000000000000" pitchFamily="2" charset="2"/>
              <a:buChar char="§"/>
            </a:pPr>
            <a:r>
              <a:rPr lang="en-US" dirty="0"/>
              <a:t>Properties with larger areas generally have higher prices.</a:t>
            </a:r>
          </a:p>
          <a:p>
            <a:pPr marL="285750" indent="-285750">
              <a:buFont typeface="Wingdings" panose="05000000000000000000" pitchFamily="2" charset="2"/>
              <a:buChar char="§"/>
            </a:pPr>
            <a:r>
              <a:rPr lang="en-US" dirty="0"/>
              <a:t>Higher BHK properties (more bedrooms) are larger and more expensive.</a:t>
            </a:r>
            <a:endParaRPr lang="en-IN" dirty="0"/>
          </a:p>
        </p:txBody>
      </p:sp>
      <p:sp>
        <p:nvSpPr>
          <p:cNvPr id="2" name="Title 1">
            <a:extLst>
              <a:ext uri="{FF2B5EF4-FFF2-40B4-BE49-F238E27FC236}">
                <a16:creationId xmlns:a16="http://schemas.microsoft.com/office/drawing/2014/main" id="{34671019-D875-51B5-8066-EC3B5D62A370}"/>
              </a:ext>
            </a:extLst>
          </p:cNvPr>
          <p:cNvSpPr>
            <a:spLocks noGrp="1"/>
          </p:cNvSpPr>
          <p:nvPr>
            <p:ph type="title"/>
          </p:nvPr>
        </p:nvSpPr>
        <p:spPr/>
        <p:txBody>
          <a:bodyPr>
            <a:normAutofit/>
          </a:bodyPr>
          <a:lstStyle/>
          <a:p>
            <a:r>
              <a:rPr lang="en-IN" sz="4000" dirty="0"/>
              <a:t>Relationship between price and area with respective </a:t>
            </a:r>
            <a:r>
              <a:rPr lang="en-IN" sz="4000" dirty="0" err="1"/>
              <a:t>bhk</a:t>
            </a:r>
            <a:endParaRPr lang="en-IN" sz="4000" dirty="0"/>
          </a:p>
        </p:txBody>
      </p:sp>
      <p:pic>
        <p:nvPicPr>
          <p:cNvPr id="5" name="Content Placeholder 4">
            <a:extLst>
              <a:ext uri="{FF2B5EF4-FFF2-40B4-BE49-F238E27FC236}">
                <a16:creationId xmlns:a16="http://schemas.microsoft.com/office/drawing/2014/main" id="{17CBA70D-2ED4-14DD-5877-6C79B6AD7140}"/>
              </a:ext>
            </a:extLst>
          </p:cNvPr>
          <p:cNvPicPr>
            <a:picLocks noGrp="1" noChangeAspect="1"/>
          </p:cNvPicPr>
          <p:nvPr>
            <p:ph idx="1"/>
          </p:nvPr>
        </p:nvPicPr>
        <p:blipFill>
          <a:blip r:embed="rId2"/>
          <a:stretch>
            <a:fillRect/>
          </a:stretch>
        </p:blipFill>
        <p:spPr>
          <a:xfrm>
            <a:off x="5949538" y="2004359"/>
            <a:ext cx="5450520" cy="4051300"/>
          </a:xfrm>
        </p:spPr>
      </p:pic>
      <p:pic>
        <p:nvPicPr>
          <p:cNvPr id="3" name="Picture 2">
            <a:extLst>
              <a:ext uri="{FF2B5EF4-FFF2-40B4-BE49-F238E27FC236}">
                <a16:creationId xmlns:a16="http://schemas.microsoft.com/office/drawing/2014/main" id="{A6BE16AF-5486-E8BF-809B-81EB9A1D8AF0}"/>
              </a:ext>
            </a:extLst>
          </p:cNvPr>
          <p:cNvPicPr>
            <a:picLocks noChangeAspect="1"/>
          </p:cNvPicPr>
          <p:nvPr/>
        </p:nvPicPr>
        <p:blipFill>
          <a:blip r:embed="rId3"/>
          <a:stretch>
            <a:fillRect/>
          </a:stretch>
        </p:blipFill>
        <p:spPr>
          <a:xfrm>
            <a:off x="170330" y="5925671"/>
            <a:ext cx="820269" cy="820269"/>
          </a:xfrm>
          <a:prstGeom prst="rect">
            <a:avLst/>
          </a:prstGeom>
        </p:spPr>
      </p:pic>
    </p:spTree>
    <p:extLst>
      <p:ext uri="{BB962C8B-B14F-4D97-AF65-F5344CB8AC3E}">
        <p14:creationId xmlns:p14="http://schemas.microsoft.com/office/powerpoint/2010/main" val="494917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C1DCB-A028-DB27-D36B-DDFA5457B672}"/>
              </a:ext>
            </a:extLst>
          </p:cNvPr>
          <p:cNvSpPr>
            <a:spLocks noGrp="1"/>
          </p:cNvSpPr>
          <p:nvPr>
            <p:ph type="title"/>
          </p:nvPr>
        </p:nvSpPr>
        <p:spPr>
          <a:xfrm>
            <a:off x="531965" y="511525"/>
            <a:ext cx="10058400" cy="1609344"/>
          </a:xfrm>
        </p:spPr>
        <p:txBody>
          <a:bodyPr>
            <a:normAutofit/>
          </a:bodyPr>
          <a:lstStyle/>
          <a:p>
            <a:pPr algn="ctr"/>
            <a:r>
              <a:rPr lang="en-IN" sz="7200" dirty="0"/>
              <a:t>CONCLUSION</a:t>
            </a:r>
          </a:p>
        </p:txBody>
      </p:sp>
      <p:pic>
        <p:nvPicPr>
          <p:cNvPr id="3" name="Picture 2">
            <a:extLst>
              <a:ext uri="{FF2B5EF4-FFF2-40B4-BE49-F238E27FC236}">
                <a16:creationId xmlns:a16="http://schemas.microsoft.com/office/drawing/2014/main" id="{F2DB9F98-A841-5615-CAE6-51460E714971}"/>
              </a:ext>
            </a:extLst>
          </p:cNvPr>
          <p:cNvPicPr>
            <a:picLocks noChangeAspect="1"/>
          </p:cNvPicPr>
          <p:nvPr/>
        </p:nvPicPr>
        <p:blipFill>
          <a:blip r:embed="rId2"/>
          <a:stretch>
            <a:fillRect/>
          </a:stretch>
        </p:blipFill>
        <p:spPr>
          <a:xfrm>
            <a:off x="170331" y="5710518"/>
            <a:ext cx="1035422" cy="1035422"/>
          </a:xfrm>
          <a:prstGeom prst="rect">
            <a:avLst/>
          </a:prstGeom>
        </p:spPr>
      </p:pic>
      <p:sp>
        <p:nvSpPr>
          <p:cNvPr id="4" name="TextBox 3">
            <a:extLst>
              <a:ext uri="{FF2B5EF4-FFF2-40B4-BE49-F238E27FC236}">
                <a16:creationId xmlns:a16="http://schemas.microsoft.com/office/drawing/2014/main" id="{862A2A80-7F4A-CB74-AB6E-39111594D73B}"/>
              </a:ext>
            </a:extLst>
          </p:cNvPr>
          <p:cNvSpPr txBox="1"/>
          <p:nvPr/>
        </p:nvSpPr>
        <p:spPr>
          <a:xfrm>
            <a:off x="1151965" y="2510117"/>
            <a:ext cx="9888070" cy="2585323"/>
          </a:xfrm>
          <a:prstGeom prst="rect">
            <a:avLst/>
          </a:prstGeom>
          <a:noFill/>
        </p:spPr>
        <p:txBody>
          <a:bodyPr wrap="square" rtlCol="0">
            <a:spAutoFit/>
          </a:bodyPr>
          <a:lstStyle/>
          <a:p>
            <a:r>
              <a:rPr lang="en-US" dirty="0">
                <a:solidFill>
                  <a:schemeClr val="bg1"/>
                </a:solidFill>
                <a:highlight>
                  <a:srgbClr val="000000"/>
                </a:highlight>
              </a:rPr>
              <a:t>Bangalore has the average price. Kolkata has least average price.</a:t>
            </a:r>
          </a:p>
          <a:p>
            <a:endParaRPr lang="en-US" dirty="0">
              <a:solidFill>
                <a:schemeClr val="bg1"/>
              </a:solidFill>
              <a:highlight>
                <a:srgbClr val="000000"/>
              </a:highlight>
            </a:endParaRPr>
          </a:p>
          <a:p>
            <a:r>
              <a:rPr lang="en-US" dirty="0">
                <a:solidFill>
                  <a:schemeClr val="bg1"/>
                </a:solidFill>
                <a:highlight>
                  <a:srgbClr val="000000"/>
                </a:highlight>
              </a:rPr>
              <a:t>Based on different locations price differ. Bachelor’s/Families can get property for rent easily. Less owner’s have restrictions for giving only to bachelor’s and </a:t>
            </a:r>
            <a:r>
              <a:rPr lang="en-US" dirty="0" err="1">
                <a:solidFill>
                  <a:schemeClr val="bg1"/>
                </a:solidFill>
                <a:highlight>
                  <a:srgbClr val="000000"/>
                </a:highlight>
              </a:rPr>
              <a:t>familes</a:t>
            </a:r>
            <a:endParaRPr lang="en-US" dirty="0">
              <a:solidFill>
                <a:schemeClr val="bg1"/>
              </a:solidFill>
              <a:highlight>
                <a:srgbClr val="000000"/>
              </a:highlight>
            </a:endParaRPr>
          </a:p>
          <a:p>
            <a:endParaRPr lang="en-US" dirty="0">
              <a:solidFill>
                <a:schemeClr val="bg1"/>
              </a:solidFill>
              <a:highlight>
                <a:srgbClr val="000000"/>
              </a:highlight>
            </a:endParaRPr>
          </a:p>
          <a:p>
            <a:r>
              <a:rPr lang="en-US" dirty="0">
                <a:solidFill>
                  <a:schemeClr val="bg1"/>
                </a:solidFill>
                <a:highlight>
                  <a:srgbClr val="000000"/>
                </a:highlight>
              </a:rPr>
              <a:t>With the increase of Area ,BHK the  price gradually increases</a:t>
            </a:r>
          </a:p>
          <a:p>
            <a:endParaRPr lang="en-US" dirty="0">
              <a:solidFill>
                <a:schemeClr val="bg1"/>
              </a:solidFill>
              <a:highlight>
                <a:srgbClr val="000000"/>
              </a:highlight>
            </a:endParaRPr>
          </a:p>
          <a:p>
            <a:r>
              <a:rPr lang="en-US" dirty="0">
                <a:solidFill>
                  <a:schemeClr val="bg1"/>
                </a:solidFill>
                <a:highlight>
                  <a:srgbClr val="000000"/>
                </a:highlight>
              </a:rPr>
              <a:t>Most of the available property type is houses because only few will have the capacity to accommodate Villa’s.</a:t>
            </a:r>
            <a:endParaRPr lang="en-IN" dirty="0">
              <a:highlight>
                <a:srgbClr val="000000"/>
              </a:highlight>
            </a:endParaRPr>
          </a:p>
        </p:txBody>
      </p:sp>
    </p:spTree>
    <p:extLst>
      <p:ext uri="{BB962C8B-B14F-4D97-AF65-F5344CB8AC3E}">
        <p14:creationId xmlns:p14="http://schemas.microsoft.com/office/powerpoint/2010/main" val="3750929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2237D-01E2-CAF6-0E03-32E9B30950DD}"/>
              </a:ext>
            </a:extLst>
          </p:cNvPr>
          <p:cNvSpPr>
            <a:spLocks noGrp="1"/>
          </p:cNvSpPr>
          <p:nvPr>
            <p:ph type="title"/>
          </p:nvPr>
        </p:nvSpPr>
        <p:spPr>
          <a:xfrm>
            <a:off x="998131" y="2125173"/>
            <a:ext cx="10058400" cy="1609344"/>
          </a:xfrm>
        </p:spPr>
        <p:txBody>
          <a:bodyPr>
            <a:normAutofit/>
          </a:bodyPr>
          <a:lstStyle/>
          <a:p>
            <a:pPr algn="ctr"/>
            <a:endParaRPr lang="en-IN" sz="7200" dirty="0"/>
          </a:p>
        </p:txBody>
      </p:sp>
      <p:pic>
        <p:nvPicPr>
          <p:cNvPr id="3" name="Picture 2">
            <a:extLst>
              <a:ext uri="{FF2B5EF4-FFF2-40B4-BE49-F238E27FC236}">
                <a16:creationId xmlns:a16="http://schemas.microsoft.com/office/drawing/2014/main" id="{0453DA7B-562C-1AC3-DC78-F1F36A577E48}"/>
              </a:ext>
            </a:extLst>
          </p:cNvPr>
          <p:cNvPicPr>
            <a:picLocks noChangeAspect="1"/>
          </p:cNvPicPr>
          <p:nvPr/>
        </p:nvPicPr>
        <p:blipFill>
          <a:blip r:embed="rId2"/>
          <a:stretch>
            <a:fillRect/>
          </a:stretch>
        </p:blipFill>
        <p:spPr>
          <a:xfrm>
            <a:off x="170330" y="5918139"/>
            <a:ext cx="827801" cy="827801"/>
          </a:xfrm>
          <a:prstGeom prst="rect">
            <a:avLst/>
          </a:prstGeom>
        </p:spPr>
      </p:pic>
      <p:pic>
        <p:nvPicPr>
          <p:cNvPr id="5" name="Picture 4">
            <a:extLst>
              <a:ext uri="{FF2B5EF4-FFF2-40B4-BE49-F238E27FC236}">
                <a16:creationId xmlns:a16="http://schemas.microsoft.com/office/drawing/2014/main" id="{8AD9D6FF-385E-5A88-DC56-6827ED7EC21C}"/>
              </a:ext>
            </a:extLst>
          </p:cNvPr>
          <p:cNvPicPr>
            <a:picLocks noChangeAspect="1"/>
          </p:cNvPicPr>
          <p:nvPr/>
        </p:nvPicPr>
        <p:blipFill>
          <a:blip r:embed="rId3"/>
          <a:stretch>
            <a:fillRect/>
          </a:stretch>
        </p:blipFill>
        <p:spPr>
          <a:xfrm>
            <a:off x="1972235" y="3047"/>
            <a:ext cx="8247529" cy="8247529"/>
          </a:xfrm>
          <a:prstGeom prst="rect">
            <a:avLst/>
          </a:prstGeom>
        </p:spPr>
      </p:pic>
    </p:spTree>
    <p:extLst>
      <p:ext uri="{BB962C8B-B14F-4D97-AF65-F5344CB8AC3E}">
        <p14:creationId xmlns:p14="http://schemas.microsoft.com/office/powerpoint/2010/main" val="405098288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249</TotalTime>
  <Words>585</Words>
  <Application>Microsoft Office PowerPoint</Application>
  <PresentationFormat>Widescreen</PresentationFormat>
  <Paragraphs>48</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Helvetica Neue</vt:lpstr>
      <vt:lpstr>inherit</vt:lpstr>
      <vt:lpstr>Rockwell</vt:lpstr>
      <vt:lpstr>Rockwell Condensed</vt:lpstr>
      <vt:lpstr>Wingdings</vt:lpstr>
      <vt:lpstr>Wood Type</vt:lpstr>
      <vt:lpstr>RENTAL ANALYSIS</vt:lpstr>
      <vt:lpstr>INTRODUCTION</vt:lpstr>
      <vt:lpstr>PowerPoint Presentation</vt:lpstr>
      <vt:lpstr>Which city have more availability for rentals ?</vt:lpstr>
      <vt:lpstr>What is the average price based on types of BHK? </vt:lpstr>
      <vt:lpstr>Which type of House is most available? </vt:lpstr>
      <vt:lpstr>What is the average price in different locations based on property type? </vt:lpstr>
      <vt:lpstr>WHAT IS THE AVERAGE PRICE OF PROPERTY BASED ON LOCATION?</vt:lpstr>
      <vt:lpstr>How the numerical columns are correlated? </vt:lpstr>
      <vt:lpstr>Relationship between price and area with respective bhk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RENTAL ANALYSIS</dc:title>
  <dc:creator>soma sekhar sai kotipalli</dc:creator>
  <cp:lastModifiedBy>soma sekhar sai kotipalli</cp:lastModifiedBy>
  <cp:revision>1</cp:revision>
  <dcterms:created xsi:type="dcterms:W3CDTF">2024-10-18T16:28:46Z</dcterms:created>
  <dcterms:modified xsi:type="dcterms:W3CDTF">2024-10-19T05:50:03Z</dcterms:modified>
</cp:coreProperties>
</file>